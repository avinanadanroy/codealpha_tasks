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slideLayouts/slideLayout21.xml" ContentType="application/vnd.openxmlformats-officedocument.presentationml.slideLayout+xml"/>
  <Override PartName="/ppt/theme/theme21.xml" ContentType="application/vnd.openxmlformats-officedocument.theme+xml"/>
  <Override PartName="/ppt/slideLayouts/slideLayout22.xml" ContentType="application/vnd.openxmlformats-officedocument.presentationml.slideLayout+xml"/>
  <Override PartName="/ppt/theme/theme22.xml" ContentType="application/vnd.openxmlformats-officedocument.theme+xml"/>
  <Override PartName="/ppt/slideLayouts/slideLayout23.xml" ContentType="application/vnd.openxmlformats-officedocument.presentationml.slideLayout+xml"/>
  <Override PartName="/ppt/theme/theme23.xml" ContentType="application/vnd.openxmlformats-officedocument.theme+xml"/>
  <Override PartName="/ppt/slideLayouts/slideLayout24.xml" ContentType="application/vnd.openxmlformats-officedocument.presentationml.slideLayout+xml"/>
  <Override PartName="/ppt/theme/theme24.xml" ContentType="application/vnd.openxmlformats-officedocument.theme+xml"/>
  <Override PartName="/ppt/slideLayouts/slideLayout25.xml" ContentType="application/vnd.openxmlformats-officedocument.presentationml.slideLayout+xml"/>
  <Override PartName="/ppt/theme/theme25.xml" ContentType="application/vnd.openxmlformats-officedocument.theme+xml"/>
  <Override PartName="/ppt/slideLayouts/slideLayout26.xml" ContentType="application/vnd.openxmlformats-officedocument.presentationml.slideLayout+xml"/>
  <Override PartName="/ppt/theme/theme26.xml" ContentType="application/vnd.openxmlformats-officedocument.theme+xml"/>
  <Override PartName="/ppt/slideLayouts/slideLayout27.xml" ContentType="application/vnd.openxmlformats-officedocument.presentationml.slideLayout+xml"/>
  <Override PartName="/ppt/theme/theme27.xml" ContentType="application/vnd.openxmlformats-officedocument.theme+xml"/>
  <Override PartName="/ppt/slideLayouts/slideLayout28.xml" ContentType="application/vnd.openxmlformats-officedocument.presentationml.slideLayout+xml"/>
  <Override PartName="/ppt/theme/theme28.xml" ContentType="application/vnd.openxmlformats-officedocument.theme+xml"/>
  <Override PartName="/ppt/slideLayouts/slideLayout29.xml" ContentType="application/vnd.openxmlformats-officedocument.presentationml.slideLayout+xml"/>
  <Override PartName="/ppt/theme/theme29.xml" ContentType="application/vnd.openxmlformats-officedocument.theme+xml"/>
  <Override PartName="/ppt/slideLayouts/slideLayout30.xml" ContentType="application/vnd.openxmlformats-officedocument.presentationml.slideLayout+xml"/>
  <Override PartName="/ppt/theme/theme30.xml" ContentType="application/vnd.openxmlformats-officedocument.theme+xml"/>
  <Override PartName="/ppt/slideLayouts/slideLayout31.xml" ContentType="application/vnd.openxmlformats-officedocument.presentationml.slideLayout+xml"/>
  <Override PartName="/ppt/theme/theme3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4" r:id="rId14"/>
    <p:sldMasterId id="2147483676" r:id="rId15"/>
    <p:sldMasterId id="2147483678" r:id="rId16"/>
    <p:sldMasterId id="2147483680" r:id="rId17"/>
    <p:sldMasterId id="2147483682" r:id="rId18"/>
    <p:sldMasterId id="2147483684" r:id="rId19"/>
    <p:sldMasterId id="2147483686" r:id="rId20"/>
    <p:sldMasterId id="2147483690" r:id="rId21"/>
    <p:sldMasterId id="2147483692" r:id="rId22"/>
    <p:sldMasterId id="2147483694" r:id="rId23"/>
    <p:sldMasterId id="2147483696" r:id="rId24"/>
    <p:sldMasterId id="2147483698" r:id="rId25"/>
    <p:sldMasterId id="2147483700" r:id="rId26"/>
    <p:sldMasterId id="2147483702" r:id="rId27"/>
    <p:sldMasterId id="2147483704" r:id="rId28"/>
    <p:sldMasterId id="2147483706" r:id="rId29"/>
    <p:sldMasterId id="2147483708" r:id="rId30"/>
    <p:sldMasterId id="2147483710" r:id="rId31"/>
  </p:sldMasterIdLst>
  <p:sldIdLst>
    <p:sldId id="256" r:id="rId32"/>
    <p:sldId id="257" r:id="rId33"/>
    <p:sldId id="258" r:id="rId34"/>
    <p:sldId id="259" r:id="rId35"/>
    <p:sldId id="260" r:id="rId36"/>
    <p:sldId id="261" r:id="rId37"/>
    <p:sldId id="262" r:id="rId38"/>
    <p:sldId id="263" r:id="rId39"/>
    <p:sldId id="264" r:id="rId40"/>
    <p:sldId id="266" r:id="rId4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77" y="8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Master" Target="slideMasters/slideMaster26.xml"/><Relationship Id="rId39" Type="http://schemas.openxmlformats.org/officeDocument/2006/relationships/slide" Target="slides/slide8.xml"/><Relationship Id="rId21" Type="http://schemas.openxmlformats.org/officeDocument/2006/relationships/slideMaster" Target="slideMasters/slideMaster21.xml"/><Relationship Id="rId34" Type="http://schemas.openxmlformats.org/officeDocument/2006/relationships/slide" Target="slides/slide3.xml"/><Relationship Id="rId42"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Master" Target="slideMasters/slideMaster2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 Target="slides/slide1.xml"/><Relationship Id="rId37" Type="http://schemas.openxmlformats.org/officeDocument/2006/relationships/slide" Target="slides/slide6.xml"/><Relationship Id="rId40" Type="http://schemas.openxmlformats.org/officeDocument/2006/relationships/slide" Target="slides/slide9.xml"/><Relationship Id="rId45"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 Target="slides/slide5.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Master" Target="slideMasters/slideMaster31.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Master" Target="slideMasters/slideMaster30.xml"/><Relationship Id="rId35" Type="http://schemas.openxmlformats.org/officeDocument/2006/relationships/slide" Target="slides/slide4.xml"/><Relationship Id="rId43"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 Target="slides/slide2.xml"/><Relationship Id="rId38" Type="http://schemas.openxmlformats.org/officeDocument/2006/relationships/slide" Target="slides/slide7.xml"/><Relationship Id="rId20" Type="http://schemas.openxmlformats.org/officeDocument/2006/relationships/slideMaster" Target="slideMasters/slideMaster20.xml"/><Relationship Id="rId41"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11" name="PlaceHolder 1"/>
          <p:cNvSpPr>
            <a:spLocks noGrp="1"/>
          </p:cNvSpPr>
          <p:nvPr>
            <p:ph type="title"/>
          </p:nvPr>
        </p:nvSpPr>
        <p:spPr>
          <a:xfrm>
            <a:off x="1224720" y="539640"/>
            <a:ext cx="6694560" cy="10908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12"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FFFFFF"/>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12">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_1_1">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10">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4">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4_1">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11">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TITLE_AND_TWO_COLUMNS_1">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TITLE_AND_TWO_COLUMNS_1_1">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6">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_1_1_1_2_1_1">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5">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7">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8">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8_1">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9">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252" name="PlaceHolder 1"/>
          <p:cNvSpPr>
            <a:spLocks noGrp="1"/>
          </p:cNvSpPr>
          <p:nvPr>
            <p:ph type="title"/>
          </p:nvPr>
        </p:nvSpPr>
        <p:spPr>
          <a:xfrm>
            <a:off x="1224720" y="539640"/>
            <a:ext cx="6694560" cy="10908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253"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9_1">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280" name="PlaceHolder 1"/>
          <p:cNvSpPr>
            <a:spLocks noGrp="1"/>
          </p:cNvSpPr>
          <p:nvPr>
            <p:ph type="title"/>
          </p:nvPr>
        </p:nvSpPr>
        <p:spPr>
          <a:xfrm>
            <a:off x="1224720" y="539640"/>
            <a:ext cx="6694560" cy="10908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281"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
        <p:nvSpPr>
          <p:cNvPr id="282"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295" name="PlaceHolder 1"/>
          <p:cNvSpPr>
            <a:spLocks noGrp="1"/>
          </p:cNvSpPr>
          <p:nvPr>
            <p:ph type="title"/>
          </p:nvPr>
        </p:nvSpPr>
        <p:spPr>
          <a:xfrm>
            <a:off x="1224720" y="539640"/>
            <a:ext cx="6694560" cy="10908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SECTION_TITLE_AND_DESCRIPTION">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4.xml"/><Relationship Id="rId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5.xml"/><Relationship Id="rId4"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6.xml"/><Relationship Id="rId1" Type="http://schemas.openxmlformats.org/officeDocument/2006/relationships/slideLayout" Target="../slideLayouts/slideLayout6.xml"/><Relationship Id="rId4" Type="http://schemas.openxmlformats.org/officeDocument/2006/relationships/image" Target="../media/image2.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7.xml"/><Relationship Id="rId1" Type="http://schemas.openxmlformats.org/officeDocument/2006/relationships/slideLayout" Target="../slideLayouts/slideLayout7.xml"/><Relationship Id="rId4"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8.xml"/><Relationship Id="rId1" Type="http://schemas.openxmlformats.org/officeDocument/2006/relationships/slideLayout" Target="../slideLayouts/slideLayout8.xml"/><Relationship Id="rId4" Type="http://schemas.openxmlformats.org/officeDocument/2006/relationships/image" Target="../media/image2.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9.xml"/><Relationship Id="rId4" Type="http://schemas.openxmlformats.org/officeDocument/2006/relationships/image" Target="../media/image2.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0.xml"/><Relationship Id="rId1" Type="http://schemas.openxmlformats.org/officeDocument/2006/relationships/slideLayout" Target="../slideLayouts/slideLayout10.xml"/><Relationship Id="rId4" Type="http://schemas.openxmlformats.org/officeDocument/2006/relationships/image" Target="../media/image2.png"/></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1.xml"/><Relationship Id="rId4" Type="http://schemas.openxmlformats.org/officeDocument/2006/relationships/image" Target="../media/image2.png"/></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2.xml"/><Relationship Id="rId1" Type="http://schemas.openxmlformats.org/officeDocument/2006/relationships/slideLayout" Target="../slideLayouts/slideLayout12.xml"/><Relationship Id="rId4" Type="http://schemas.openxmlformats.org/officeDocument/2006/relationships/image" Target="../media/image2.png"/></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3.xml"/><Relationship Id="rId1" Type="http://schemas.openxmlformats.org/officeDocument/2006/relationships/slideLayout" Target="../slideLayouts/slideLayout13.xml"/><Relationship Id="rId4" Type="http://schemas.openxmlformats.org/officeDocument/2006/relationships/image" Target="../media/image2.png"/></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14.xml"/><Relationship Id="rId1" Type="http://schemas.openxmlformats.org/officeDocument/2006/relationships/slideLayout" Target="../slideLayouts/slideLayout14.xml"/><Relationship Id="rId4" Type="http://schemas.openxmlformats.org/officeDocument/2006/relationships/image" Target="../media/image1.png"/></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5.xml"/><Relationship Id="rId1" Type="http://schemas.openxmlformats.org/officeDocument/2006/relationships/slideLayout" Target="../slideLayouts/slideLayout15.xml"/><Relationship Id="rId4" Type="http://schemas.openxmlformats.org/officeDocument/2006/relationships/image" Target="../media/image2.png"/></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16.xml"/><Relationship Id="rId1" Type="http://schemas.openxmlformats.org/officeDocument/2006/relationships/slideLayout" Target="../slideLayouts/slideLayout16.xml"/><Relationship Id="rId4" Type="http://schemas.openxmlformats.org/officeDocument/2006/relationships/image" Target="../media/image1.png"/></Relationships>
</file>

<file path=ppt/slideMasters/_rels/slideMaster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7.xml"/><Relationship Id="rId1" Type="http://schemas.openxmlformats.org/officeDocument/2006/relationships/slideLayout" Target="../slideLayouts/slideLayout17.xml"/><Relationship Id="rId4" Type="http://schemas.openxmlformats.org/officeDocument/2006/relationships/image" Target="../media/image2.png"/></Relationships>
</file>

<file path=ppt/slideMasters/_rels/slideMaster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8.xml"/><Relationship Id="rId1" Type="http://schemas.openxmlformats.org/officeDocument/2006/relationships/slideLayout" Target="../slideLayouts/slideLayout18.xml"/><Relationship Id="rId4" Type="http://schemas.openxmlformats.org/officeDocument/2006/relationships/image" Target="../media/image2.png"/></Relationships>
</file>

<file path=ppt/slideMasters/_rels/slideMaster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9.xml"/><Relationship Id="rId1" Type="http://schemas.openxmlformats.org/officeDocument/2006/relationships/slideLayout" Target="../slideLayouts/slideLayout19.xml"/><Relationship Id="rId4" Type="http://schemas.openxmlformats.org/officeDocument/2006/relationships/image" Target="../media/image2.png"/></Relationships>
</file>

<file path=ppt/slideMasters/_rels/slideMaster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0.xml"/><Relationship Id="rId1" Type="http://schemas.openxmlformats.org/officeDocument/2006/relationships/slideLayout" Target="../slideLayouts/slideLayout20.xml"/><Relationship Id="rId4" Type="http://schemas.openxmlformats.org/officeDocument/2006/relationships/image" Target="../media/image2.png"/></Relationships>
</file>

<file path=ppt/slideMasters/_rels/slideMaster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1.xml"/><Relationship Id="rId1" Type="http://schemas.openxmlformats.org/officeDocument/2006/relationships/slideLayout" Target="../slideLayouts/slideLayout21.xml"/><Relationship Id="rId4" Type="http://schemas.openxmlformats.org/officeDocument/2006/relationships/image" Target="../media/image1.png"/></Relationships>
</file>

<file path=ppt/slideMasters/_rels/slideMaster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2.xml"/><Relationship Id="rId1" Type="http://schemas.openxmlformats.org/officeDocument/2006/relationships/slideLayout" Target="../slideLayouts/slideLayout22.xml"/><Relationship Id="rId4" Type="http://schemas.openxmlformats.org/officeDocument/2006/relationships/image" Target="../media/image2.png"/></Relationships>
</file>

<file path=ppt/slideMasters/_rels/slideMaster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3.xml"/><Relationship Id="rId1" Type="http://schemas.openxmlformats.org/officeDocument/2006/relationships/slideLayout" Target="../slideLayouts/slideLayout23.xml"/><Relationship Id="rId4" Type="http://schemas.openxmlformats.org/officeDocument/2006/relationships/image" Target="../media/image2.png"/></Relationships>
</file>

<file path=ppt/slideMasters/_rels/slideMaster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4.xml"/><Relationship Id="rId1" Type="http://schemas.openxmlformats.org/officeDocument/2006/relationships/slideLayout" Target="../slideLayouts/slideLayout24.xml"/><Relationship Id="rId4" Type="http://schemas.openxmlformats.org/officeDocument/2006/relationships/image" Target="../media/image2.png"/></Relationships>
</file>

<file path=ppt/slideMasters/_rels/slideMaster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5.xml"/><Relationship Id="rId1" Type="http://schemas.openxmlformats.org/officeDocument/2006/relationships/slideLayout" Target="../slideLayouts/slideLayout25.xml"/><Relationship Id="rId4" Type="http://schemas.openxmlformats.org/officeDocument/2006/relationships/image" Target="../media/image2.png"/></Relationships>
</file>

<file path=ppt/slideMasters/_rels/slideMaster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6.xml"/><Relationship Id="rId1" Type="http://schemas.openxmlformats.org/officeDocument/2006/relationships/slideLayout" Target="../slideLayouts/slideLayout26.xml"/><Relationship Id="rId4" Type="http://schemas.openxmlformats.org/officeDocument/2006/relationships/image" Target="../media/image2.png"/></Relationships>
</file>

<file path=ppt/slideMasters/_rels/slideMaster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7.xml"/><Relationship Id="rId1" Type="http://schemas.openxmlformats.org/officeDocument/2006/relationships/slideLayout" Target="../slideLayouts/slideLayout27.xml"/><Relationship Id="rId4" Type="http://schemas.openxmlformats.org/officeDocument/2006/relationships/image" Target="../media/image2.png"/></Relationships>
</file>

<file path=ppt/slideMasters/_rels/slideMaster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8.xml"/><Relationship Id="rId1" Type="http://schemas.openxmlformats.org/officeDocument/2006/relationships/slideLayout" Target="../slideLayouts/slideLayout28.xml"/><Relationship Id="rId4" Type="http://schemas.openxmlformats.org/officeDocument/2006/relationships/image" Target="../media/image2.png"/></Relationships>
</file>

<file path=ppt/slideMasters/_rels/slideMaster29.xml.rels><?xml version="1.0" encoding="UTF-8" standalone="yes"?>
<Relationships xmlns="http://schemas.openxmlformats.org/package/2006/relationships"><Relationship Id="rId2" Type="http://schemas.openxmlformats.org/officeDocument/2006/relationships/theme" Target="../theme/theme29.xml"/><Relationship Id="rId1" Type="http://schemas.openxmlformats.org/officeDocument/2006/relationships/slideLayout" Target="../slideLayouts/slideLayout29.xml"/></Relationships>
</file>

<file path=ppt/slideMasters/_rels/slideMaster30.xml.rels><?xml version="1.0" encoding="UTF-8" standalone="yes"?>
<Relationships xmlns="http://schemas.openxmlformats.org/package/2006/relationships"><Relationship Id="rId2" Type="http://schemas.openxmlformats.org/officeDocument/2006/relationships/theme" Target="../theme/theme30.xml"/><Relationship Id="rId1" Type="http://schemas.openxmlformats.org/officeDocument/2006/relationships/slideLayout" Target="../slideLayouts/slideLayout30.xml"/></Relationships>
</file>

<file path=ppt/slideMasters/_rels/slideMaster31.xml.rels><?xml version="1.0" encoding="UTF-8" standalone="yes"?>
<Relationships xmlns="http://schemas.openxmlformats.org/package/2006/relationships"><Relationship Id="rId2" Type="http://schemas.openxmlformats.org/officeDocument/2006/relationships/theme" Target="../theme/theme31.xml"/><Relationship Id="rId1"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11" name="Google Shape;9;p2"/>
          <p:cNvGrpSpPr/>
          <p:nvPr/>
        </p:nvGrpSpPr>
        <p:grpSpPr>
          <a:xfrm>
            <a:off x="4157280" y="0"/>
            <a:ext cx="4986360" cy="3918600"/>
            <a:chOff x="4157280" y="0"/>
            <a:chExt cx="4986360" cy="3918600"/>
          </a:xfrm>
        </p:grpSpPr>
        <p:pic>
          <p:nvPicPr>
            <p:cNvPr id="12" name="Google Shape;10;p2"/>
            <p:cNvPicPr/>
            <p:nvPr/>
          </p:nvPicPr>
          <p:blipFill>
            <a:blip r:embed="rId3"/>
            <a:srcRect l="1389" t="26408" r="75083" b="13674"/>
            <a:stretch/>
          </p:blipFill>
          <p:spPr>
            <a:xfrm>
              <a:off x="6204600" y="0"/>
              <a:ext cx="2939040" cy="3918600"/>
            </a:xfrm>
            <a:prstGeom prst="rect">
              <a:avLst/>
            </a:prstGeom>
            <a:ln w="0">
              <a:noFill/>
            </a:ln>
          </p:spPr>
        </p:pic>
        <p:pic>
          <p:nvPicPr>
            <p:cNvPr id="2" name="Google Shape;11;p2"/>
            <p:cNvPicPr/>
            <p:nvPr/>
          </p:nvPicPr>
          <p:blipFill>
            <a:blip r:embed="rId4"/>
            <a:srcRect l="21159" t="55236" r="32617" b="4309"/>
            <a:stretch/>
          </p:blipFill>
          <p:spPr>
            <a:xfrm>
              <a:off x="4157280" y="0"/>
              <a:ext cx="4986360" cy="2283840"/>
            </a:xfrm>
            <a:prstGeom prst="rect">
              <a:avLst/>
            </a:prstGeom>
            <a:ln w="0">
              <a:noFill/>
            </a:ln>
          </p:spPr>
        </p:pic>
      </p:grpSp>
      <p:grpSp>
        <p:nvGrpSpPr>
          <p:cNvPr id="3" name="Google Shape;12;p2"/>
          <p:cNvGrpSpPr/>
          <p:nvPr/>
        </p:nvGrpSpPr>
        <p:grpSpPr>
          <a:xfrm>
            <a:off x="0" y="1018080"/>
            <a:ext cx="4437720" cy="4165920"/>
            <a:chOff x="0" y="1018080"/>
            <a:chExt cx="4437720" cy="4165920"/>
          </a:xfrm>
        </p:grpSpPr>
        <p:pic>
          <p:nvPicPr>
            <p:cNvPr id="4" name="Google Shape;13;p2"/>
            <p:cNvPicPr/>
            <p:nvPr/>
          </p:nvPicPr>
          <p:blipFill>
            <a:blip r:embed="rId4"/>
            <a:srcRect l="35370" t="5164" r="21351" b="51348"/>
            <a:stretch/>
          </p:blipFill>
          <p:spPr>
            <a:xfrm>
              <a:off x="0" y="2809440"/>
              <a:ext cx="4437720" cy="2333520"/>
            </a:xfrm>
            <a:prstGeom prst="rect">
              <a:avLst/>
            </a:prstGeom>
            <a:ln w="0">
              <a:noFill/>
            </a:ln>
          </p:spPr>
        </p:pic>
        <p:pic>
          <p:nvPicPr>
            <p:cNvPr id="5" name="Google Shape;14;p2"/>
            <p:cNvPicPr/>
            <p:nvPr/>
          </p:nvPicPr>
          <p:blipFill>
            <a:blip r:embed="rId3"/>
            <a:srcRect t="21588" r="76117" b="13746"/>
            <a:stretch/>
          </p:blipFill>
          <p:spPr>
            <a:xfrm rot="10800000">
              <a:off x="360" y="1018080"/>
              <a:ext cx="2939040" cy="4165920"/>
            </a:xfrm>
            <a:prstGeom prst="rect">
              <a:avLst/>
            </a:prstGeom>
            <a:ln w="0">
              <a:noFill/>
            </a:ln>
          </p:spPr>
        </p:pic>
      </p:grpSp>
      <p:sp>
        <p:nvSpPr>
          <p:cNvPr id="6" name="PlaceHolder 1"/>
          <p:cNvSpPr>
            <a:spLocks noGrp="1"/>
          </p:cNvSpPr>
          <p:nvPr>
            <p:ph type="title"/>
          </p:nvPr>
        </p:nvSpPr>
        <p:spPr>
          <a:xfrm>
            <a:off x="828720" y="1017720"/>
            <a:ext cx="7486200" cy="2018880"/>
          </a:xfrm>
          <a:prstGeom prst="rect">
            <a:avLst/>
          </a:prstGeom>
          <a:noFill/>
          <a:ln w="0">
            <a:noFill/>
          </a:ln>
        </p:spPr>
        <p:txBody>
          <a:bodyPr lIns="91440" tIns="91440" rIns="91440" bIns="91440" anchor="b">
            <a:noAutofit/>
          </a:bodyPr>
          <a:lstStyle/>
          <a:p>
            <a:pPr indent="0">
              <a:buNone/>
            </a:pPr>
            <a:r>
              <a:rPr lang="fr-FR" sz="5200" b="0" strike="noStrike" spc="-1">
                <a:solidFill>
                  <a:schemeClr val="dk1"/>
                </a:solidFill>
                <a:latin typeface="Arial"/>
              </a:rPr>
              <a:t>Click to edit the title text format</a:t>
            </a:r>
          </a:p>
        </p:txBody>
      </p:sp>
      <p:grpSp>
        <p:nvGrpSpPr>
          <p:cNvPr id="7" name="Google Shape;17;p2"/>
          <p:cNvGrpSpPr/>
          <p:nvPr/>
        </p:nvGrpSpPr>
        <p:grpSpPr>
          <a:xfrm>
            <a:off x="340200" y="-478800"/>
            <a:ext cx="7725600" cy="5975280"/>
            <a:chOff x="340200" y="-478800"/>
            <a:chExt cx="7725600" cy="5975280"/>
          </a:xfrm>
        </p:grpSpPr>
        <p:sp>
          <p:nvSpPr>
            <p:cNvPr id="8" name="Google Shape;18;p2"/>
            <p:cNvSpPr/>
            <p:nvPr/>
          </p:nvSpPr>
          <p:spPr>
            <a:xfrm>
              <a:off x="340200" y="419076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19;p2"/>
            <p:cNvSpPr/>
            <p:nvPr/>
          </p:nvSpPr>
          <p:spPr>
            <a:xfrm>
              <a:off x="7044480" y="-47880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1284120" y="1723680"/>
            <a:ext cx="6575760" cy="1198080"/>
          </a:xfrm>
          <a:prstGeom prst="rect">
            <a:avLst/>
          </a:prstGeom>
          <a:noFill/>
          <a:ln w="0">
            <a:noFill/>
          </a:ln>
        </p:spPr>
        <p:txBody>
          <a:bodyPr lIns="91440" tIns="91440" rIns="91440" bIns="91440" anchor="b">
            <a:noAutofit/>
          </a:bodyPr>
          <a:lstStyle/>
          <a:p>
            <a:pPr indent="0" algn="ctr">
              <a:lnSpc>
                <a:spcPct val="100000"/>
              </a:lnSpc>
              <a:buNone/>
            </a:pPr>
            <a:r>
              <a:rPr lang="fr-FR" sz="6400" b="1" strike="noStrike" spc="-1">
                <a:solidFill>
                  <a:schemeClr val="lt1"/>
                </a:solidFill>
                <a:latin typeface="Unbounded"/>
                <a:ea typeface="Unbounded"/>
              </a:rPr>
              <a:t>xx%</a:t>
            </a:r>
            <a:endParaRPr lang="fr-FR" sz="6400" b="0" strike="noStrike" spc="-1">
              <a:solidFill>
                <a:schemeClr val="dk1"/>
              </a:solidFill>
              <a:latin typeface="Arial"/>
            </a:endParaRPr>
          </a:p>
        </p:txBody>
      </p:sp>
      <p:grpSp>
        <p:nvGrpSpPr>
          <p:cNvPr id="14" name="Google Shape;122;p11"/>
          <p:cNvGrpSpPr/>
          <p:nvPr/>
        </p:nvGrpSpPr>
        <p:grpSpPr>
          <a:xfrm>
            <a:off x="3030120" y="472320"/>
            <a:ext cx="6113520" cy="4711680"/>
            <a:chOff x="3030120" y="472320"/>
            <a:chExt cx="6113520" cy="4711680"/>
          </a:xfrm>
        </p:grpSpPr>
        <p:pic>
          <p:nvPicPr>
            <p:cNvPr id="15" name="Google Shape;123;p11"/>
            <p:cNvPicPr/>
            <p:nvPr/>
          </p:nvPicPr>
          <p:blipFill>
            <a:blip r:embed="rId3"/>
            <a:srcRect l="28359" r="28359" b="56512"/>
            <a:stretch/>
          </p:blipFill>
          <p:spPr>
            <a:xfrm flipH="1">
              <a:off x="3030120" y="2837520"/>
              <a:ext cx="4437720" cy="2333520"/>
            </a:xfrm>
            <a:prstGeom prst="rect">
              <a:avLst/>
            </a:prstGeom>
            <a:ln w="0">
              <a:noFill/>
            </a:ln>
          </p:spPr>
        </p:pic>
        <p:pic>
          <p:nvPicPr>
            <p:cNvPr id="16" name="Google Shape;124;p11"/>
            <p:cNvPicPr/>
            <p:nvPr/>
          </p:nvPicPr>
          <p:blipFill>
            <a:blip r:embed="rId4"/>
            <a:srcRect l="2611" t="15569" r="78800" b="11296"/>
            <a:stretch/>
          </p:blipFill>
          <p:spPr>
            <a:xfrm rot="10800000" flipH="1">
              <a:off x="6856920" y="472320"/>
              <a:ext cx="2286720" cy="4711680"/>
            </a:xfrm>
            <a:prstGeom prst="rect">
              <a:avLst/>
            </a:prstGeom>
            <a:ln w="0">
              <a:noFill/>
            </a:ln>
          </p:spPr>
        </p:pic>
      </p:grpSp>
      <p:grpSp>
        <p:nvGrpSpPr>
          <p:cNvPr id="17" name="Google Shape;125;p11"/>
          <p:cNvGrpSpPr/>
          <p:nvPr/>
        </p:nvGrpSpPr>
        <p:grpSpPr>
          <a:xfrm>
            <a:off x="5428800" y="-479160"/>
            <a:ext cx="2777760" cy="6044760"/>
            <a:chOff x="5428800" y="-479160"/>
            <a:chExt cx="2777760" cy="6044760"/>
          </a:xfrm>
        </p:grpSpPr>
        <p:sp>
          <p:nvSpPr>
            <p:cNvPr id="18" name="Google Shape;126;p11"/>
            <p:cNvSpPr/>
            <p:nvPr/>
          </p:nvSpPr>
          <p:spPr>
            <a:xfrm flipH="1">
              <a:off x="5428440" y="-479160"/>
              <a:ext cx="1021320" cy="1018080"/>
            </a:xfrm>
            <a:custGeom>
              <a:avLst/>
              <a:gdLst>
                <a:gd name="textAreaLeft" fmla="*/ -360 w 1021320"/>
                <a:gd name="textAreaRight" fmla="*/ 102132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127;p11"/>
            <p:cNvSpPr/>
            <p:nvPr/>
          </p:nvSpPr>
          <p:spPr>
            <a:xfrm flipH="1">
              <a:off x="7460640" y="4259880"/>
              <a:ext cx="745920" cy="1305720"/>
            </a:xfrm>
            <a:custGeom>
              <a:avLst/>
              <a:gdLst>
                <a:gd name="textAreaLeft" fmla="*/ 360 w 745920"/>
                <a:gd name="textAreaRight" fmla="*/ 74664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0" name="Google Shape;128;p11"/>
          <p:cNvGrpSpPr/>
          <p:nvPr/>
        </p:nvGrpSpPr>
        <p:grpSpPr>
          <a:xfrm>
            <a:off x="360" y="0"/>
            <a:ext cx="4986360" cy="3918600"/>
            <a:chOff x="360" y="0"/>
            <a:chExt cx="4986360" cy="3918600"/>
          </a:xfrm>
        </p:grpSpPr>
        <p:pic>
          <p:nvPicPr>
            <p:cNvPr id="21" name="Google Shape;129;p11"/>
            <p:cNvPicPr/>
            <p:nvPr/>
          </p:nvPicPr>
          <p:blipFill>
            <a:blip r:embed="rId4"/>
            <a:srcRect l="-3477" t="28515" r="79950" b="11567"/>
            <a:stretch/>
          </p:blipFill>
          <p:spPr>
            <a:xfrm flipH="1">
              <a:off x="360" y="0"/>
              <a:ext cx="2939040" cy="3918600"/>
            </a:xfrm>
            <a:prstGeom prst="rect">
              <a:avLst/>
            </a:prstGeom>
            <a:ln w="0">
              <a:noFill/>
            </a:ln>
          </p:spPr>
        </p:pic>
        <p:pic>
          <p:nvPicPr>
            <p:cNvPr id="22" name="Google Shape;130;p11"/>
            <p:cNvPicPr/>
            <p:nvPr/>
          </p:nvPicPr>
          <p:blipFill>
            <a:blip r:embed="rId3"/>
            <a:srcRect l="14460" t="59539" r="39317"/>
            <a:stretch/>
          </p:blipFill>
          <p:spPr>
            <a:xfrm flipH="1">
              <a:off x="360" y="0"/>
              <a:ext cx="4986360" cy="2283840"/>
            </a:xfrm>
            <a:prstGeom prst="rect">
              <a:avLst/>
            </a:prstGeom>
            <a:ln w="0">
              <a:noFill/>
            </a:ln>
          </p:spPr>
        </p:pic>
      </p:gr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23" name="Google Shape;133;p13"/>
          <p:cNvGrpSpPr/>
          <p:nvPr/>
        </p:nvGrpSpPr>
        <p:grpSpPr>
          <a:xfrm>
            <a:off x="2311200" y="2939400"/>
            <a:ext cx="6505920" cy="2203920"/>
            <a:chOff x="2311200" y="2939400"/>
            <a:chExt cx="6505920" cy="2203920"/>
          </a:xfrm>
        </p:grpSpPr>
        <p:pic>
          <p:nvPicPr>
            <p:cNvPr id="24" name="Google Shape;134;p13"/>
            <p:cNvPicPr/>
            <p:nvPr/>
          </p:nvPicPr>
          <p:blipFill>
            <a:blip r:embed="rId3"/>
            <a:srcRect l="11666" t="2624" r="57865" b="63668"/>
            <a:stretch/>
          </p:blipFill>
          <p:spPr>
            <a:xfrm>
              <a:off x="5010480" y="2939400"/>
              <a:ext cx="3806640" cy="2203920"/>
            </a:xfrm>
            <a:prstGeom prst="rect">
              <a:avLst/>
            </a:prstGeom>
            <a:ln w="0">
              <a:noFill/>
            </a:ln>
          </p:spPr>
        </p:pic>
        <p:pic>
          <p:nvPicPr>
            <p:cNvPr id="25" name="Google Shape;135;p13"/>
            <p:cNvPicPr/>
            <p:nvPr/>
          </p:nvPicPr>
          <p:blipFill>
            <a:blip r:embed="rId4"/>
            <a:srcRect l="26888" t="6006" r="26885" b="64348"/>
            <a:stretch/>
          </p:blipFill>
          <p:spPr>
            <a:xfrm>
              <a:off x="2311200" y="3470040"/>
              <a:ext cx="4986360" cy="1673280"/>
            </a:xfrm>
            <a:prstGeom prst="rect">
              <a:avLst/>
            </a:prstGeom>
            <a:ln w="0">
              <a:noFill/>
            </a:ln>
          </p:spPr>
        </p:pic>
      </p:grpSp>
      <p:grpSp>
        <p:nvGrpSpPr>
          <p:cNvPr id="26" name="Google Shape;136;p13"/>
          <p:cNvGrpSpPr/>
          <p:nvPr/>
        </p:nvGrpSpPr>
        <p:grpSpPr>
          <a:xfrm>
            <a:off x="0" y="-12960"/>
            <a:ext cx="4251240" cy="2399400"/>
            <a:chOff x="0" y="-12960"/>
            <a:chExt cx="4251240" cy="2399400"/>
          </a:xfrm>
        </p:grpSpPr>
        <p:pic>
          <p:nvPicPr>
            <p:cNvPr id="27" name="Google Shape;137;p13"/>
            <p:cNvPicPr/>
            <p:nvPr/>
          </p:nvPicPr>
          <p:blipFill>
            <a:blip r:embed="rId4"/>
            <a:srcRect l="48611" t="43133" r="25720" b="12392"/>
            <a:stretch/>
          </p:blipFill>
          <p:spPr>
            <a:xfrm>
              <a:off x="0" y="0"/>
              <a:ext cx="2631600" cy="2386440"/>
            </a:xfrm>
            <a:prstGeom prst="rect">
              <a:avLst/>
            </a:prstGeom>
            <a:ln w="0">
              <a:noFill/>
            </a:ln>
          </p:spPr>
        </p:pic>
        <p:pic>
          <p:nvPicPr>
            <p:cNvPr id="28" name="Google Shape;138;p13"/>
            <p:cNvPicPr/>
            <p:nvPr/>
          </p:nvPicPr>
          <p:blipFill>
            <a:blip r:embed="rId3"/>
            <a:srcRect l="5591" t="19463" r="59874" b="55392"/>
            <a:stretch/>
          </p:blipFill>
          <p:spPr>
            <a:xfrm rot="10800000">
              <a:off x="360" y="-12960"/>
              <a:ext cx="4250880" cy="1618920"/>
            </a:xfrm>
            <a:prstGeom prst="rect">
              <a:avLst/>
            </a:prstGeom>
            <a:ln w="0">
              <a:noFill/>
            </a:ln>
          </p:spPr>
        </p:pic>
      </p:grpSp>
      <p:sp>
        <p:nvSpPr>
          <p:cNvPr id="2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sp>
        <p:nvSpPr>
          <p:cNvPr id="30" name="PlaceHolder 2"/>
          <p:cNvSpPr>
            <a:spLocks noGrp="1"/>
          </p:cNvSpPr>
          <p:nvPr>
            <p:ph type="title"/>
          </p:nvPr>
        </p:nvSpPr>
        <p:spPr>
          <a:xfrm>
            <a:off x="1434240" y="1702080"/>
            <a:ext cx="876960" cy="848880"/>
          </a:xfrm>
          <a:prstGeom prst="rect">
            <a:avLst/>
          </a:prstGeom>
          <a:noFill/>
          <a:ln w="19080">
            <a:solidFill>
              <a:schemeClr val="lt1"/>
            </a:solidFill>
            <a:round/>
          </a:ln>
        </p:spPr>
        <p:txBody>
          <a:bodyPr lIns="91440" tIns="91440" rIns="91440" bIns="91440" anchor="ctr">
            <a:noAutofit/>
          </a:bodyPr>
          <a:lstStyle/>
          <a:p>
            <a:pPr indent="0" algn="ctr">
              <a:lnSpc>
                <a:spcPct val="100000"/>
              </a:lnSpc>
              <a:buNone/>
            </a:pPr>
            <a:r>
              <a:rPr lang="fr-FR" sz="3000" b="1" strike="noStrike" spc="-1">
                <a:solidFill>
                  <a:schemeClr val="lt1"/>
                </a:solidFill>
                <a:latin typeface="Unbounded"/>
                <a:ea typeface="Unbounded"/>
              </a:rPr>
              <a:t>xx%</a:t>
            </a:r>
            <a:endParaRPr lang="fr-FR" sz="3000" b="0" strike="noStrike" spc="-1">
              <a:solidFill>
                <a:schemeClr val="dk1"/>
              </a:solidFill>
              <a:latin typeface="Arial"/>
            </a:endParaRPr>
          </a:p>
        </p:txBody>
      </p:sp>
      <p:sp>
        <p:nvSpPr>
          <p:cNvPr id="31" name="PlaceHolder 3"/>
          <p:cNvSpPr>
            <a:spLocks noGrp="1"/>
          </p:cNvSpPr>
          <p:nvPr>
            <p:ph type="title"/>
          </p:nvPr>
        </p:nvSpPr>
        <p:spPr>
          <a:xfrm>
            <a:off x="4133520" y="1702080"/>
            <a:ext cx="876960" cy="848880"/>
          </a:xfrm>
          <a:prstGeom prst="rect">
            <a:avLst/>
          </a:prstGeom>
          <a:noFill/>
          <a:ln w="19080">
            <a:solidFill>
              <a:schemeClr val="lt1"/>
            </a:solidFill>
            <a:round/>
          </a:ln>
        </p:spPr>
        <p:txBody>
          <a:bodyPr lIns="91440" tIns="91440" rIns="91440" bIns="91440" anchor="ctr">
            <a:noAutofit/>
          </a:bodyPr>
          <a:lstStyle/>
          <a:p>
            <a:pPr indent="0" algn="ctr">
              <a:lnSpc>
                <a:spcPct val="100000"/>
              </a:lnSpc>
              <a:buNone/>
            </a:pPr>
            <a:r>
              <a:rPr lang="fr-FR" sz="3000" b="1" strike="noStrike" spc="-1">
                <a:solidFill>
                  <a:schemeClr val="lt1"/>
                </a:solidFill>
                <a:latin typeface="Unbounded"/>
                <a:ea typeface="Unbounded"/>
              </a:rPr>
              <a:t>xx%</a:t>
            </a:r>
            <a:endParaRPr lang="fr-FR" sz="3000" b="0" strike="noStrike" spc="-1">
              <a:solidFill>
                <a:schemeClr val="dk1"/>
              </a:solidFill>
              <a:latin typeface="Arial"/>
            </a:endParaRPr>
          </a:p>
        </p:txBody>
      </p:sp>
      <p:sp>
        <p:nvSpPr>
          <p:cNvPr id="32" name="PlaceHolder 4"/>
          <p:cNvSpPr>
            <a:spLocks noGrp="1"/>
          </p:cNvSpPr>
          <p:nvPr>
            <p:ph type="title"/>
          </p:nvPr>
        </p:nvSpPr>
        <p:spPr>
          <a:xfrm>
            <a:off x="6832800" y="1702080"/>
            <a:ext cx="876960" cy="848880"/>
          </a:xfrm>
          <a:prstGeom prst="rect">
            <a:avLst/>
          </a:prstGeom>
          <a:noFill/>
          <a:ln w="19080">
            <a:solidFill>
              <a:schemeClr val="lt1"/>
            </a:solidFill>
            <a:round/>
          </a:ln>
        </p:spPr>
        <p:txBody>
          <a:bodyPr lIns="91440" tIns="91440" rIns="91440" bIns="91440" anchor="ctr">
            <a:noAutofit/>
          </a:bodyPr>
          <a:lstStyle/>
          <a:p>
            <a:pPr indent="0" algn="ctr">
              <a:lnSpc>
                <a:spcPct val="100000"/>
              </a:lnSpc>
              <a:buNone/>
            </a:pPr>
            <a:r>
              <a:rPr lang="fr-FR" sz="3000" b="1" strike="noStrike" spc="-1">
                <a:solidFill>
                  <a:schemeClr val="lt1"/>
                </a:solidFill>
                <a:latin typeface="Unbounded"/>
                <a:ea typeface="Unbounded"/>
              </a:rPr>
              <a:t>xx%</a:t>
            </a:r>
            <a:endParaRPr lang="fr-FR" sz="3000" b="0" strike="noStrike" spc="-1">
              <a:solidFill>
                <a:schemeClr val="dk1"/>
              </a:solidFill>
              <a:latin typeface="Arial"/>
            </a:endParaRPr>
          </a:p>
        </p:txBody>
      </p:sp>
      <p:grpSp>
        <p:nvGrpSpPr>
          <p:cNvPr id="33" name="Google Shape;149;p13"/>
          <p:cNvGrpSpPr/>
          <p:nvPr/>
        </p:nvGrpSpPr>
        <p:grpSpPr>
          <a:xfrm>
            <a:off x="-518760" y="297720"/>
            <a:ext cx="9494280" cy="5457600"/>
            <a:chOff x="-518760" y="297720"/>
            <a:chExt cx="9494280" cy="5457600"/>
          </a:xfrm>
        </p:grpSpPr>
        <p:sp>
          <p:nvSpPr>
            <p:cNvPr id="34" name="Google Shape;150;p13"/>
            <p:cNvSpPr/>
            <p:nvPr/>
          </p:nvSpPr>
          <p:spPr>
            <a:xfrm>
              <a:off x="220320" y="465048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5" name="Google Shape;151;p13"/>
            <p:cNvSpPr/>
            <p:nvPr/>
          </p:nvSpPr>
          <p:spPr>
            <a:xfrm>
              <a:off x="8229600" y="444960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 name="Google Shape;152;p13"/>
            <p:cNvSpPr/>
            <p:nvPr/>
          </p:nvSpPr>
          <p:spPr>
            <a:xfrm>
              <a:off x="-518760" y="29772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2567160" y="2357640"/>
            <a:ext cx="4009320" cy="1382400"/>
          </a:xfrm>
          <a:prstGeom prst="rect">
            <a:avLst/>
          </a:prstGeom>
          <a:noFill/>
          <a:ln w="0">
            <a:noFill/>
          </a:ln>
        </p:spPr>
        <p:txBody>
          <a:bodyPr lIns="91440" tIns="91440" rIns="91440" bIns="91440" anchor="b">
            <a:noAutofit/>
          </a:bodyPr>
          <a:lstStyle/>
          <a:p>
            <a:pPr indent="0">
              <a:buNone/>
            </a:pPr>
            <a:r>
              <a:rPr lang="fr-FR" sz="4000" b="0" strike="noStrike" spc="-1">
                <a:solidFill>
                  <a:schemeClr val="dk1"/>
                </a:solidFill>
                <a:latin typeface="Arial"/>
              </a:rPr>
              <a:t>Click to edit the title text format</a:t>
            </a:r>
          </a:p>
        </p:txBody>
      </p:sp>
      <p:sp>
        <p:nvSpPr>
          <p:cNvPr id="38" name="PlaceHolder 2"/>
          <p:cNvSpPr>
            <a:spLocks noGrp="1"/>
          </p:cNvSpPr>
          <p:nvPr>
            <p:ph type="title"/>
          </p:nvPr>
        </p:nvSpPr>
        <p:spPr>
          <a:xfrm>
            <a:off x="3745800" y="776160"/>
            <a:ext cx="1652040" cy="1382400"/>
          </a:xfrm>
          <a:prstGeom prst="rect">
            <a:avLst/>
          </a:prstGeom>
          <a:noFill/>
          <a:ln w="19080">
            <a:solidFill>
              <a:schemeClr val="lt1"/>
            </a:solidFill>
            <a:round/>
          </a:ln>
        </p:spPr>
        <p:txBody>
          <a:bodyPr lIns="91440" tIns="91440" rIns="91440" bIns="91440" anchor="ctr">
            <a:noAutofit/>
          </a:bodyPr>
          <a:lstStyle/>
          <a:p>
            <a:pPr indent="0" algn="ctr">
              <a:lnSpc>
                <a:spcPct val="100000"/>
              </a:lnSpc>
              <a:buNone/>
            </a:pPr>
            <a:r>
              <a:rPr lang="fr-FR" sz="6000" b="1" strike="noStrike" spc="-1">
                <a:solidFill>
                  <a:schemeClr val="lt1"/>
                </a:solidFill>
                <a:latin typeface="Unbounded"/>
                <a:ea typeface="Unbounded"/>
              </a:rPr>
              <a:t>xx%</a:t>
            </a:r>
            <a:endParaRPr lang="fr-FR" sz="6000" b="0" strike="noStrike" spc="-1">
              <a:solidFill>
                <a:schemeClr val="dk1"/>
              </a:solidFill>
              <a:latin typeface="Arial"/>
            </a:endParaRPr>
          </a:p>
        </p:txBody>
      </p:sp>
      <p:grpSp>
        <p:nvGrpSpPr>
          <p:cNvPr id="39" name="Google Shape;157;p14"/>
          <p:cNvGrpSpPr/>
          <p:nvPr/>
        </p:nvGrpSpPr>
        <p:grpSpPr>
          <a:xfrm>
            <a:off x="5048640" y="0"/>
            <a:ext cx="4095360" cy="5142960"/>
            <a:chOff x="5048640" y="0"/>
            <a:chExt cx="4095360" cy="5142960"/>
          </a:xfrm>
        </p:grpSpPr>
        <p:pic>
          <p:nvPicPr>
            <p:cNvPr id="40" name="Google Shape;158;p14"/>
            <p:cNvPicPr/>
            <p:nvPr/>
          </p:nvPicPr>
          <p:blipFill>
            <a:blip r:embed="rId3"/>
            <a:srcRect l="5247" t="15708" r="79654" b="36603"/>
            <a:stretch/>
          </p:blipFill>
          <p:spPr>
            <a:xfrm>
              <a:off x="7258680" y="2024280"/>
              <a:ext cx="1885320" cy="3118680"/>
            </a:xfrm>
            <a:prstGeom prst="rect">
              <a:avLst/>
            </a:prstGeom>
            <a:ln w="0">
              <a:noFill/>
            </a:ln>
          </p:spPr>
        </p:pic>
        <p:pic>
          <p:nvPicPr>
            <p:cNvPr id="41" name="Google Shape;159;p14"/>
            <p:cNvPicPr/>
            <p:nvPr/>
          </p:nvPicPr>
          <p:blipFill>
            <a:blip r:embed="rId4"/>
            <a:srcRect l="27260" t="65593" r="34778" b="2257"/>
            <a:stretch/>
          </p:blipFill>
          <p:spPr>
            <a:xfrm>
              <a:off x="5048640" y="0"/>
              <a:ext cx="4095000" cy="1814400"/>
            </a:xfrm>
            <a:prstGeom prst="rect">
              <a:avLst/>
            </a:prstGeom>
            <a:ln w="0">
              <a:noFill/>
            </a:ln>
          </p:spPr>
        </p:pic>
      </p:grpSp>
      <p:grpSp>
        <p:nvGrpSpPr>
          <p:cNvPr id="42" name="Google Shape;160;p14"/>
          <p:cNvGrpSpPr/>
          <p:nvPr/>
        </p:nvGrpSpPr>
        <p:grpSpPr>
          <a:xfrm>
            <a:off x="0" y="767160"/>
            <a:ext cx="2939400" cy="4376520"/>
            <a:chOff x="0" y="767160"/>
            <a:chExt cx="2939400" cy="4376520"/>
          </a:xfrm>
        </p:grpSpPr>
        <p:pic>
          <p:nvPicPr>
            <p:cNvPr id="43" name="Google Shape;161;p14"/>
            <p:cNvPicPr/>
            <p:nvPr/>
          </p:nvPicPr>
          <p:blipFill>
            <a:blip r:embed="rId4"/>
            <a:srcRect l="54312" t="9226" r="30044" b="9238"/>
            <a:stretch/>
          </p:blipFill>
          <p:spPr>
            <a:xfrm>
              <a:off x="0" y="767160"/>
              <a:ext cx="1603080" cy="4376160"/>
            </a:xfrm>
            <a:prstGeom prst="rect">
              <a:avLst/>
            </a:prstGeom>
            <a:ln w="0">
              <a:noFill/>
            </a:ln>
          </p:spPr>
        </p:pic>
        <p:pic>
          <p:nvPicPr>
            <p:cNvPr id="44" name="Google Shape;162;p14"/>
            <p:cNvPicPr/>
            <p:nvPr/>
          </p:nvPicPr>
          <p:blipFill>
            <a:blip r:embed="rId3"/>
            <a:srcRect l="5068" t="54351" r="71049" b="-2805"/>
            <a:stretch/>
          </p:blipFill>
          <p:spPr>
            <a:xfrm rot="10800000">
              <a:off x="360" y="2022480"/>
              <a:ext cx="2939040" cy="3121200"/>
            </a:xfrm>
            <a:prstGeom prst="rect">
              <a:avLst/>
            </a:prstGeom>
            <a:ln w="0">
              <a:noFill/>
            </a:ln>
          </p:spPr>
        </p:pic>
      </p:grpSp>
      <p:grpSp>
        <p:nvGrpSpPr>
          <p:cNvPr id="45" name="Google Shape;163;p14"/>
          <p:cNvGrpSpPr/>
          <p:nvPr/>
        </p:nvGrpSpPr>
        <p:grpSpPr>
          <a:xfrm>
            <a:off x="500760" y="257040"/>
            <a:ext cx="8324280" cy="6775920"/>
            <a:chOff x="500760" y="257040"/>
            <a:chExt cx="8324280" cy="6775920"/>
          </a:xfrm>
        </p:grpSpPr>
        <p:sp>
          <p:nvSpPr>
            <p:cNvPr id="46" name="Google Shape;164;p14"/>
            <p:cNvSpPr/>
            <p:nvPr/>
          </p:nvSpPr>
          <p:spPr>
            <a:xfrm>
              <a:off x="500760" y="408312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 name="Google Shape;165;p14"/>
            <p:cNvSpPr/>
            <p:nvPr/>
          </p:nvSpPr>
          <p:spPr>
            <a:xfrm>
              <a:off x="8274600" y="2570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8" name="Google Shape;166;p14"/>
            <p:cNvSpPr/>
            <p:nvPr/>
          </p:nvSpPr>
          <p:spPr>
            <a:xfrm>
              <a:off x="5133240" y="460404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49"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50" name="Google Shape;168;p15"/>
          <p:cNvGrpSpPr/>
          <p:nvPr/>
        </p:nvGrpSpPr>
        <p:grpSpPr>
          <a:xfrm>
            <a:off x="4157280" y="896400"/>
            <a:ext cx="4986360" cy="4287600"/>
            <a:chOff x="4157280" y="896400"/>
            <a:chExt cx="4986360" cy="4287600"/>
          </a:xfrm>
        </p:grpSpPr>
        <p:pic>
          <p:nvPicPr>
            <p:cNvPr id="51" name="Google Shape;169;p15"/>
            <p:cNvPicPr/>
            <p:nvPr/>
          </p:nvPicPr>
          <p:blipFill>
            <a:blip r:embed="rId3"/>
            <a:srcRect t="25169" r="78561" b="15088"/>
            <a:stretch/>
          </p:blipFill>
          <p:spPr>
            <a:xfrm rot="10800000" flipH="1">
              <a:off x="6204600" y="896400"/>
              <a:ext cx="2939040" cy="4287600"/>
            </a:xfrm>
            <a:prstGeom prst="rect">
              <a:avLst/>
            </a:prstGeom>
            <a:ln w="0">
              <a:noFill/>
            </a:ln>
          </p:spPr>
        </p:pic>
        <p:pic>
          <p:nvPicPr>
            <p:cNvPr id="52" name="Google Shape;170;p15"/>
            <p:cNvPicPr/>
            <p:nvPr/>
          </p:nvPicPr>
          <p:blipFill>
            <a:blip r:embed="rId4"/>
            <a:srcRect l="15332" t="49838" r="38444" b="2221"/>
            <a:stretch/>
          </p:blipFill>
          <p:spPr>
            <a:xfrm rot="10800000" flipH="1">
              <a:off x="4157280" y="2477160"/>
              <a:ext cx="4986360" cy="2706480"/>
            </a:xfrm>
            <a:prstGeom prst="rect">
              <a:avLst/>
            </a:prstGeom>
            <a:ln w="0">
              <a:noFill/>
            </a:ln>
          </p:spPr>
        </p:pic>
      </p:grpSp>
      <p:grpSp>
        <p:nvGrpSpPr>
          <p:cNvPr id="53" name="Google Shape;171;p15"/>
          <p:cNvGrpSpPr/>
          <p:nvPr/>
        </p:nvGrpSpPr>
        <p:grpSpPr>
          <a:xfrm>
            <a:off x="0" y="-58680"/>
            <a:ext cx="4437720" cy="4165920"/>
            <a:chOff x="0" y="-58680"/>
            <a:chExt cx="4437720" cy="4165920"/>
          </a:xfrm>
        </p:grpSpPr>
        <p:pic>
          <p:nvPicPr>
            <p:cNvPr id="54" name="Google Shape;172;p15"/>
            <p:cNvPicPr/>
            <p:nvPr/>
          </p:nvPicPr>
          <p:blipFill>
            <a:blip r:embed="rId4"/>
            <a:srcRect l="44287" t="1775" r="12435" b="54273"/>
            <a:stretch/>
          </p:blipFill>
          <p:spPr>
            <a:xfrm rot="10800000" flipH="1">
              <a:off x="0" y="15840"/>
              <a:ext cx="4437720" cy="2358360"/>
            </a:xfrm>
            <a:prstGeom prst="rect">
              <a:avLst/>
            </a:prstGeom>
            <a:ln w="0">
              <a:noFill/>
            </a:ln>
          </p:spPr>
        </p:pic>
        <p:pic>
          <p:nvPicPr>
            <p:cNvPr id="55" name="Google Shape;173;p15"/>
            <p:cNvPicPr/>
            <p:nvPr/>
          </p:nvPicPr>
          <p:blipFill>
            <a:blip r:embed="rId3"/>
            <a:srcRect l="-5663" t="7601" r="81780" b="27732"/>
            <a:stretch/>
          </p:blipFill>
          <p:spPr>
            <a:xfrm flipH="1">
              <a:off x="360" y="-58680"/>
              <a:ext cx="2939040" cy="4165920"/>
            </a:xfrm>
            <a:prstGeom prst="rect">
              <a:avLst/>
            </a:prstGeom>
            <a:ln w="0">
              <a:noFill/>
            </a:ln>
          </p:spPr>
        </p:pic>
      </p:grpSp>
      <p:grpSp>
        <p:nvGrpSpPr>
          <p:cNvPr id="56" name="Google Shape;174;p15"/>
          <p:cNvGrpSpPr/>
          <p:nvPr/>
        </p:nvGrpSpPr>
        <p:grpSpPr>
          <a:xfrm>
            <a:off x="0" y="133200"/>
            <a:ext cx="8837280" cy="6678000"/>
            <a:chOff x="0" y="133200"/>
            <a:chExt cx="8837280" cy="6678000"/>
          </a:xfrm>
        </p:grpSpPr>
        <p:sp>
          <p:nvSpPr>
            <p:cNvPr id="57" name="Google Shape;175;p15"/>
            <p:cNvSpPr/>
            <p:nvPr/>
          </p:nvSpPr>
          <p:spPr>
            <a:xfrm>
              <a:off x="0" y="438228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8" name="Google Shape;176;p15"/>
            <p:cNvSpPr/>
            <p:nvPr/>
          </p:nvSpPr>
          <p:spPr>
            <a:xfrm>
              <a:off x="7292160" y="36432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9" name="Google Shape;177;p15"/>
            <p:cNvSpPr/>
            <p:nvPr/>
          </p:nvSpPr>
          <p:spPr>
            <a:xfrm>
              <a:off x="340200" y="13320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60" name="PlaceHolder 1"/>
          <p:cNvSpPr>
            <a:spLocks noGrp="1"/>
          </p:cNvSpPr>
          <p:nvPr>
            <p:ph type="title"/>
          </p:nvPr>
        </p:nvSpPr>
        <p:spPr>
          <a:xfrm>
            <a:off x="1145880" y="3216600"/>
            <a:ext cx="6851880" cy="531720"/>
          </a:xfrm>
          <a:prstGeom prst="rect">
            <a:avLst/>
          </a:prstGeom>
          <a:noFill/>
          <a:ln w="0">
            <a:noFill/>
          </a:ln>
        </p:spPr>
        <p:txBody>
          <a:bodyPr lIns="91440" tIns="91440" rIns="91440" bIns="91440" anchor="ctr">
            <a:noAutofit/>
          </a:bodyPr>
          <a:lstStyle/>
          <a:p>
            <a:pPr indent="0">
              <a:buNone/>
            </a:pPr>
            <a:r>
              <a:rPr lang="fr-FR" sz="29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61" name="Google Shape;181;p16"/>
          <p:cNvGrpSpPr/>
          <p:nvPr/>
        </p:nvGrpSpPr>
        <p:grpSpPr>
          <a:xfrm>
            <a:off x="5400000" y="0"/>
            <a:ext cx="3743640" cy="5183640"/>
            <a:chOff x="5400000" y="0"/>
            <a:chExt cx="3743640" cy="5183640"/>
          </a:xfrm>
        </p:grpSpPr>
        <p:pic>
          <p:nvPicPr>
            <p:cNvPr id="62" name="Google Shape;182;p16"/>
            <p:cNvPicPr/>
            <p:nvPr/>
          </p:nvPicPr>
          <p:blipFill>
            <a:blip r:embed="rId3"/>
            <a:srcRect t="28154" r="83008" b="11928"/>
            <a:stretch/>
          </p:blipFill>
          <p:spPr>
            <a:xfrm>
              <a:off x="7021440" y="0"/>
              <a:ext cx="2122200" cy="3918600"/>
            </a:xfrm>
            <a:prstGeom prst="rect">
              <a:avLst/>
            </a:prstGeom>
            <a:ln w="0">
              <a:noFill/>
            </a:ln>
          </p:spPr>
        </p:pic>
        <p:pic>
          <p:nvPicPr>
            <p:cNvPr id="63" name="Google Shape;183;p16"/>
            <p:cNvPicPr/>
            <p:nvPr/>
          </p:nvPicPr>
          <p:blipFill>
            <a:blip r:embed="rId4"/>
            <a:srcRect l="13257" t="4640" r="52035" b="54899"/>
            <a:stretch/>
          </p:blipFill>
          <p:spPr>
            <a:xfrm>
              <a:off x="5400000" y="2899800"/>
              <a:ext cx="3743640" cy="2283840"/>
            </a:xfrm>
            <a:prstGeom prst="rect">
              <a:avLst/>
            </a:prstGeom>
            <a:ln w="0">
              <a:noFill/>
            </a:ln>
          </p:spPr>
        </p:pic>
      </p:grpSp>
      <p:grpSp>
        <p:nvGrpSpPr>
          <p:cNvPr id="64" name="Google Shape;184;p16"/>
          <p:cNvGrpSpPr/>
          <p:nvPr/>
        </p:nvGrpSpPr>
        <p:grpSpPr>
          <a:xfrm>
            <a:off x="0" y="-101520"/>
            <a:ext cx="4437720" cy="4762080"/>
            <a:chOff x="0" y="-101520"/>
            <a:chExt cx="4437720" cy="4762080"/>
          </a:xfrm>
        </p:grpSpPr>
        <p:pic>
          <p:nvPicPr>
            <p:cNvPr id="65" name="Google Shape;185;p16"/>
            <p:cNvPicPr/>
            <p:nvPr/>
          </p:nvPicPr>
          <p:blipFill>
            <a:blip r:embed="rId4"/>
            <a:srcRect l="31146" t="56446" r="25575" b="4983"/>
            <a:stretch/>
          </p:blipFill>
          <p:spPr>
            <a:xfrm>
              <a:off x="0" y="0"/>
              <a:ext cx="4437720" cy="2069640"/>
            </a:xfrm>
            <a:prstGeom prst="rect">
              <a:avLst/>
            </a:prstGeom>
            <a:ln w="0">
              <a:noFill/>
            </a:ln>
          </p:spPr>
        </p:pic>
        <p:pic>
          <p:nvPicPr>
            <p:cNvPr id="66" name="Google Shape;186;p16"/>
            <p:cNvPicPr/>
            <p:nvPr/>
          </p:nvPicPr>
          <p:blipFill>
            <a:blip r:embed="rId3"/>
            <a:srcRect l="4614" t="2365" r="79209" b="23718"/>
            <a:stretch/>
          </p:blipFill>
          <p:spPr>
            <a:xfrm rot="10800000">
              <a:off x="360" y="-101520"/>
              <a:ext cx="1989720" cy="4762080"/>
            </a:xfrm>
            <a:prstGeom prst="rect">
              <a:avLst/>
            </a:prstGeom>
            <a:ln w="0">
              <a:noFill/>
            </a:ln>
          </p:spPr>
        </p:pic>
      </p:grpSp>
      <p:sp>
        <p:nvSpPr>
          <p:cNvPr id="6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grpSp>
        <p:nvGrpSpPr>
          <p:cNvPr id="68" name="Google Shape;188;p16"/>
          <p:cNvGrpSpPr/>
          <p:nvPr/>
        </p:nvGrpSpPr>
        <p:grpSpPr>
          <a:xfrm>
            <a:off x="-1946520" y="-570240"/>
            <a:ext cx="10978560" cy="5713200"/>
            <a:chOff x="-1946520" y="-570240"/>
            <a:chExt cx="10978560" cy="5713200"/>
          </a:xfrm>
        </p:grpSpPr>
        <p:grpSp>
          <p:nvGrpSpPr>
            <p:cNvPr id="69" name="Google Shape;189;p16"/>
            <p:cNvGrpSpPr/>
            <p:nvPr/>
          </p:nvGrpSpPr>
          <p:grpSpPr>
            <a:xfrm>
              <a:off x="-1946520" y="-570240"/>
              <a:ext cx="10978560" cy="5713200"/>
              <a:chOff x="-1946520" y="-570240"/>
              <a:chExt cx="10978560" cy="5713200"/>
            </a:xfrm>
          </p:grpSpPr>
          <p:sp>
            <p:nvSpPr>
              <p:cNvPr id="70" name="Google Shape;190;p16"/>
              <p:cNvSpPr/>
              <p:nvPr/>
            </p:nvSpPr>
            <p:spPr>
              <a:xfrm rot="5400000">
                <a:off x="-1946520" y="271368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1" name="Google Shape;191;p16"/>
              <p:cNvSpPr/>
              <p:nvPr/>
            </p:nvSpPr>
            <p:spPr>
              <a:xfrm>
                <a:off x="8286120" y="-57024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72" name="Google Shape;192;p16"/>
            <p:cNvSpPr/>
            <p:nvPr/>
          </p:nvSpPr>
          <p:spPr>
            <a:xfrm>
              <a:off x="7245720" y="460404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73" name="Google Shape;194;p17"/>
          <p:cNvGrpSpPr/>
          <p:nvPr/>
        </p:nvGrpSpPr>
        <p:grpSpPr>
          <a:xfrm>
            <a:off x="4157280" y="0"/>
            <a:ext cx="4986360" cy="3918600"/>
            <a:chOff x="4157280" y="0"/>
            <a:chExt cx="4986360" cy="3918600"/>
          </a:xfrm>
        </p:grpSpPr>
        <p:pic>
          <p:nvPicPr>
            <p:cNvPr id="74" name="Google Shape;195;p17"/>
            <p:cNvPicPr/>
            <p:nvPr/>
          </p:nvPicPr>
          <p:blipFill>
            <a:blip r:embed="rId3"/>
            <a:srcRect l="1389" t="26408" r="75083" b="13674"/>
            <a:stretch/>
          </p:blipFill>
          <p:spPr>
            <a:xfrm>
              <a:off x="6204600" y="0"/>
              <a:ext cx="2939040" cy="3918600"/>
            </a:xfrm>
            <a:prstGeom prst="rect">
              <a:avLst/>
            </a:prstGeom>
            <a:ln w="0">
              <a:noFill/>
            </a:ln>
          </p:spPr>
        </p:pic>
        <p:pic>
          <p:nvPicPr>
            <p:cNvPr id="75" name="Google Shape;196;p17"/>
            <p:cNvPicPr/>
            <p:nvPr/>
          </p:nvPicPr>
          <p:blipFill>
            <a:blip r:embed="rId4"/>
            <a:srcRect l="21159" t="55236" r="32617" b="4309"/>
            <a:stretch/>
          </p:blipFill>
          <p:spPr>
            <a:xfrm>
              <a:off x="4157280" y="0"/>
              <a:ext cx="4986360" cy="2283840"/>
            </a:xfrm>
            <a:prstGeom prst="rect">
              <a:avLst/>
            </a:prstGeom>
            <a:ln w="0">
              <a:noFill/>
            </a:ln>
          </p:spPr>
        </p:pic>
      </p:grpSp>
      <p:grpSp>
        <p:nvGrpSpPr>
          <p:cNvPr id="76" name="Google Shape;197;p17"/>
          <p:cNvGrpSpPr/>
          <p:nvPr/>
        </p:nvGrpSpPr>
        <p:grpSpPr>
          <a:xfrm>
            <a:off x="0" y="1018080"/>
            <a:ext cx="4437720" cy="4165920"/>
            <a:chOff x="0" y="1018080"/>
            <a:chExt cx="4437720" cy="4165920"/>
          </a:xfrm>
        </p:grpSpPr>
        <p:pic>
          <p:nvPicPr>
            <p:cNvPr id="77" name="Google Shape;198;p17"/>
            <p:cNvPicPr/>
            <p:nvPr/>
          </p:nvPicPr>
          <p:blipFill>
            <a:blip r:embed="rId4"/>
            <a:srcRect l="36932" t="-9160" r="19789" b="65672"/>
            <a:stretch/>
          </p:blipFill>
          <p:spPr>
            <a:xfrm>
              <a:off x="0" y="2809440"/>
              <a:ext cx="4437720" cy="2333520"/>
            </a:xfrm>
            <a:prstGeom prst="rect">
              <a:avLst/>
            </a:prstGeom>
            <a:ln w="0">
              <a:noFill/>
            </a:ln>
          </p:spPr>
        </p:pic>
        <p:pic>
          <p:nvPicPr>
            <p:cNvPr id="78" name="Google Shape;199;p17"/>
            <p:cNvPicPr/>
            <p:nvPr/>
          </p:nvPicPr>
          <p:blipFill>
            <a:blip r:embed="rId3"/>
            <a:srcRect l="-4381" t="29604" r="80498" b="5729"/>
            <a:stretch/>
          </p:blipFill>
          <p:spPr>
            <a:xfrm rot="10800000">
              <a:off x="360" y="1018080"/>
              <a:ext cx="2939040" cy="4165920"/>
            </a:xfrm>
            <a:prstGeom prst="rect">
              <a:avLst/>
            </a:prstGeom>
            <a:ln w="0">
              <a:noFill/>
            </a:ln>
          </p:spPr>
        </p:pic>
      </p:grpSp>
      <p:sp>
        <p:nvSpPr>
          <p:cNvPr id="79" name="Google Shape;200;p17"/>
          <p:cNvSpPr/>
          <p:nvPr/>
        </p:nvSpPr>
        <p:spPr>
          <a:xfrm>
            <a:off x="810720" y="-188964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0" name="Google Shape;201;p17"/>
          <p:cNvSpPr/>
          <p:nvPr/>
        </p:nvSpPr>
        <p:spPr>
          <a:xfrm>
            <a:off x="8360640" y="43214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1" name="PlaceHolder 1"/>
          <p:cNvSpPr>
            <a:spLocks noGrp="1"/>
          </p:cNvSpPr>
          <p:nvPr>
            <p:ph type="title"/>
          </p:nvPr>
        </p:nvSpPr>
        <p:spPr>
          <a:xfrm>
            <a:off x="713160" y="886680"/>
            <a:ext cx="4158000" cy="1936080"/>
          </a:xfrm>
          <a:prstGeom prst="rect">
            <a:avLst/>
          </a:prstGeom>
          <a:noFill/>
          <a:ln w="0">
            <a:noFill/>
          </a:ln>
        </p:spPr>
        <p:txBody>
          <a:bodyPr lIns="91440" tIns="91440" rIns="91440" bIns="91440" anchor="b">
            <a:noAutofit/>
          </a:bodyPr>
          <a:lstStyle/>
          <a:p>
            <a:pPr indent="0">
              <a:buNone/>
            </a:pPr>
            <a:r>
              <a:rPr lang="fr-FR" sz="2900" b="0" strike="noStrike" spc="-1">
                <a:solidFill>
                  <a:schemeClr val="dk1"/>
                </a:solidFill>
                <a:latin typeface="Arial"/>
              </a:rPr>
              <a:t>Click to edit the title text format</a:t>
            </a:r>
          </a:p>
        </p:txBody>
      </p:sp>
      <p:sp>
        <p:nvSpPr>
          <p:cNvPr id="82" name="PlaceHolder 2"/>
          <p:cNvSpPr>
            <a:spLocks noGrp="1"/>
          </p:cNvSpPr>
          <p:nvPr>
            <p:ph type="body"/>
          </p:nvPr>
        </p:nvSpPr>
        <p:spPr>
          <a:xfrm>
            <a:off x="4944240" y="974520"/>
            <a:ext cx="3247920" cy="3193920"/>
          </a:xfrm>
          <a:prstGeom prst="rect">
            <a:avLst/>
          </a:prstGeom>
          <a:noFill/>
          <a:ln w="19080">
            <a:solidFill>
              <a:schemeClr val="lt1"/>
            </a:solidFill>
            <a:round/>
          </a:ln>
        </p:spPr>
        <p:txBody>
          <a:bodyPr lIns="90000" tIns="45000" rIns="90000" bIns="45000" anchor="t">
            <a:normAutofit fontScale="50000" lnSpcReduction="10000"/>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83" name="PlaceHolder 1"/>
          <p:cNvSpPr>
            <a:spLocks noGrp="1"/>
          </p:cNvSpPr>
          <p:nvPr>
            <p:ph type="title"/>
          </p:nvPr>
        </p:nvSpPr>
        <p:spPr>
          <a:xfrm>
            <a:off x="885600" y="1467000"/>
            <a:ext cx="2749320" cy="1041120"/>
          </a:xfrm>
          <a:prstGeom prst="rect">
            <a:avLst/>
          </a:prstGeom>
          <a:noFill/>
          <a:ln w="0">
            <a:noFill/>
          </a:ln>
        </p:spPr>
        <p:txBody>
          <a:bodyPr lIns="91440" tIns="91440" rIns="91440" bIns="91440" anchor="b">
            <a:noAutofit/>
          </a:bodyPr>
          <a:lstStyle/>
          <a:p>
            <a:pPr indent="0">
              <a:buNone/>
            </a:pPr>
            <a:r>
              <a:rPr lang="fr-FR" sz="2900" b="0" strike="noStrike" spc="-1">
                <a:solidFill>
                  <a:schemeClr val="dk1"/>
                </a:solidFill>
                <a:latin typeface="Arial"/>
              </a:rPr>
              <a:t>Click to edit the title text format</a:t>
            </a:r>
          </a:p>
        </p:txBody>
      </p:sp>
      <p:grpSp>
        <p:nvGrpSpPr>
          <p:cNvPr id="84" name="Google Shape;208;p18"/>
          <p:cNvGrpSpPr/>
          <p:nvPr/>
        </p:nvGrpSpPr>
        <p:grpSpPr>
          <a:xfrm>
            <a:off x="5048640" y="0"/>
            <a:ext cx="4095360" cy="5142960"/>
            <a:chOff x="5048640" y="0"/>
            <a:chExt cx="4095360" cy="5142960"/>
          </a:xfrm>
        </p:grpSpPr>
        <p:pic>
          <p:nvPicPr>
            <p:cNvPr id="85" name="Google Shape;209;p18"/>
            <p:cNvPicPr/>
            <p:nvPr/>
          </p:nvPicPr>
          <p:blipFill>
            <a:blip r:embed="rId3"/>
            <a:srcRect l="5247" t="15708" r="79654" b="36603"/>
            <a:stretch/>
          </p:blipFill>
          <p:spPr>
            <a:xfrm>
              <a:off x="7258680" y="2024280"/>
              <a:ext cx="1885320" cy="3118680"/>
            </a:xfrm>
            <a:prstGeom prst="rect">
              <a:avLst/>
            </a:prstGeom>
            <a:ln w="0">
              <a:noFill/>
            </a:ln>
          </p:spPr>
        </p:pic>
        <p:pic>
          <p:nvPicPr>
            <p:cNvPr id="86" name="Google Shape;210;p18"/>
            <p:cNvPicPr/>
            <p:nvPr/>
          </p:nvPicPr>
          <p:blipFill>
            <a:blip r:embed="rId4"/>
            <a:srcRect l="27260" t="65593" r="34778" b="2257"/>
            <a:stretch/>
          </p:blipFill>
          <p:spPr>
            <a:xfrm>
              <a:off x="5048640" y="0"/>
              <a:ext cx="4095000" cy="1814400"/>
            </a:xfrm>
            <a:prstGeom prst="rect">
              <a:avLst/>
            </a:prstGeom>
            <a:ln w="0">
              <a:noFill/>
            </a:ln>
          </p:spPr>
        </p:pic>
      </p:grpSp>
      <p:grpSp>
        <p:nvGrpSpPr>
          <p:cNvPr id="87" name="Google Shape;211;p18"/>
          <p:cNvGrpSpPr/>
          <p:nvPr/>
        </p:nvGrpSpPr>
        <p:grpSpPr>
          <a:xfrm>
            <a:off x="0" y="767160"/>
            <a:ext cx="2939400" cy="4376520"/>
            <a:chOff x="0" y="767160"/>
            <a:chExt cx="2939400" cy="4376520"/>
          </a:xfrm>
        </p:grpSpPr>
        <p:pic>
          <p:nvPicPr>
            <p:cNvPr id="88" name="Google Shape;212;p18"/>
            <p:cNvPicPr/>
            <p:nvPr/>
          </p:nvPicPr>
          <p:blipFill>
            <a:blip r:embed="rId4"/>
            <a:srcRect l="54312" t="9226" r="30044" b="9238"/>
            <a:stretch/>
          </p:blipFill>
          <p:spPr>
            <a:xfrm>
              <a:off x="0" y="767160"/>
              <a:ext cx="1603080" cy="4376160"/>
            </a:xfrm>
            <a:prstGeom prst="rect">
              <a:avLst/>
            </a:prstGeom>
            <a:ln w="0">
              <a:noFill/>
            </a:ln>
          </p:spPr>
        </p:pic>
        <p:pic>
          <p:nvPicPr>
            <p:cNvPr id="89" name="Google Shape;213;p18"/>
            <p:cNvPicPr/>
            <p:nvPr/>
          </p:nvPicPr>
          <p:blipFill>
            <a:blip r:embed="rId3"/>
            <a:srcRect l="5068" t="54351" r="71049" b="-2805"/>
            <a:stretch/>
          </p:blipFill>
          <p:spPr>
            <a:xfrm rot="10800000">
              <a:off x="360" y="2022480"/>
              <a:ext cx="2939040" cy="3121200"/>
            </a:xfrm>
            <a:prstGeom prst="rect">
              <a:avLst/>
            </a:prstGeom>
            <a:ln w="0">
              <a:noFill/>
            </a:ln>
          </p:spPr>
        </p:pic>
      </p:grpSp>
      <p:grpSp>
        <p:nvGrpSpPr>
          <p:cNvPr id="90" name="Google Shape;214;p18"/>
          <p:cNvGrpSpPr/>
          <p:nvPr/>
        </p:nvGrpSpPr>
        <p:grpSpPr>
          <a:xfrm>
            <a:off x="340200" y="-538920"/>
            <a:ext cx="8484840" cy="7571880"/>
            <a:chOff x="340200" y="-538920"/>
            <a:chExt cx="8484840" cy="7571880"/>
          </a:xfrm>
        </p:grpSpPr>
        <p:sp>
          <p:nvSpPr>
            <p:cNvPr id="91" name="Google Shape;215;p18"/>
            <p:cNvSpPr/>
            <p:nvPr/>
          </p:nvSpPr>
          <p:spPr>
            <a:xfrm>
              <a:off x="340200" y="-53892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2" name="Google Shape;216;p18"/>
            <p:cNvSpPr/>
            <p:nvPr/>
          </p:nvSpPr>
          <p:spPr>
            <a:xfrm>
              <a:off x="8274600" y="2570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3" name="Google Shape;217;p18"/>
            <p:cNvSpPr/>
            <p:nvPr/>
          </p:nvSpPr>
          <p:spPr>
            <a:xfrm>
              <a:off x="3296160" y="460404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94" name="Google Shape;219;p19"/>
          <p:cNvGrpSpPr/>
          <p:nvPr/>
        </p:nvGrpSpPr>
        <p:grpSpPr>
          <a:xfrm>
            <a:off x="4157280" y="0"/>
            <a:ext cx="4986360" cy="3918600"/>
            <a:chOff x="4157280" y="0"/>
            <a:chExt cx="4986360" cy="3918600"/>
          </a:xfrm>
        </p:grpSpPr>
        <p:pic>
          <p:nvPicPr>
            <p:cNvPr id="95" name="Google Shape;220;p19"/>
            <p:cNvPicPr/>
            <p:nvPr/>
          </p:nvPicPr>
          <p:blipFill>
            <a:blip r:embed="rId3"/>
            <a:srcRect l="-6507" t="19162" r="82983" b="20920"/>
            <a:stretch/>
          </p:blipFill>
          <p:spPr>
            <a:xfrm>
              <a:off x="6204600" y="0"/>
              <a:ext cx="2939040" cy="3918600"/>
            </a:xfrm>
            <a:prstGeom prst="rect">
              <a:avLst/>
            </a:prstGeom>
            <a:ln w="0">
              <a:noFill/>
            </a:ln>
          </p:spPr>
        </p:pic>
        <p:pic>
          <p:nvPicPr>
            <p:cNvPr id="96" name="Google Shape;221;p19"/>
            <p:cNvPicPr/>
            <p:nvPr/>
          </p:nvPicPr>
          <p:blipFill>
            <a:blip r:embed="rId4"/>
            <a:srcRect l="21159" t="59539" r="32617"/>
            <a:stretch/>
          </p:blipFill>
          <p:spPr>
            <a:xfrm>
              <a:off x="4157280" y="0"/>
              <a:ext cx="4986360" cy="2283840"/>
            </a:xfrm>
            <a:prstGeom prst="rect">
              <a:avLst/>
            </a:prstGeom>
            <a:ln w="0">
              <a:noFill/>
            </a:ln>
          </p:spPr>
        </p:pic>
      </p:grpSp>
      <p:grpSp>
        <p:nvGrpSpPr>
          <p:cNvPr id="97" name="Google Shape;222;p19"/>
          <p:cNvGrpSpPr/>
          <p:nvPr/>
        </p:nvGrpSpPr>
        <p:grpSpPr>
          <a:xfrm>
            <a:off x="0" y="1018080"/>
            <a:ext cx="4437720" cy="4165920"/>
            <a:chOff x="0" y="1018080"/>
            <a:chExt cx="4437720" cy="4165920"/>
          </a:xfrm>
        </p:grpSpPr>
        <p:pic>
          <p:nvPicPr>
            <p:cNvPr id="98" name="Google Shape;223;p19"/>
            <p:cNvPicPr/>
            <p:nvPr/>
          </p:nvPicPr>
          <p:blipFill>
            <a:blip r:embed="rId4"/>
            <a:srcRect l="40967" t="-3605" r="15754" b="60117"/>
            <a:stretch/>
          </p:blipFill>
          <p:spPr>
            <a:xfrm>
              <a:off x="0" y="2809440"/>
              <a:ext cx="4437720" cy="2333520"/>
            </a:xfrm>
            <a:prstGeom prst="rect">
              <a:avLst/>
            </a:prstGeom>
            <a:ln w="0">
              <a:noFill/>
            </a:ln>
          </p:spPr>
        </p:pic>
        <p:pic>
          <p:nvPicPr>
            <p:cNvPr id="99" name="Google Shape;224;p19"/>
            <p:cNvPicPr/>
            <p:nvPr/>
          </p:nvPicPr>
          <p:blipFill>
            <a:blip r:embed="rId3"/>
            <a:srcRect l="-6060" t="19626" r="82176" b="15702"/>
            <a:stretch/>
          </p:blipFill>
          <p:spPr>
            <a:xfrm rot="10800000">
              <a:off x="360" y="1018080"/>
              <a:ext cx="2939040" cy="4165920"/>
            </a:xfrm>
            <a:prstGeom prst="rect">
              <a:avLst/>
            </a:prstGeom>
            <a:ln w="0">
              <a:noFill/>
            </a:ln>
          </p:spPr>
        </p:pic>
      </p:grpSp>
      <p:grpSp>
        <p:nvGrpSpPr>
          <p:cNvPr id="100" name="Google Shape;225;p19"/>
          <p:cNvGrpSpPr/>
          <p:nvPr/>
        </p:nvGrpSpPr>
        <p:grpSpPr>
          <a:xfrm>
            <a:off x="-490680" y="364320"/>
            <a:ext cx="9231120" cy="5092920"/>
            <a:chOff x="-490680" y="364320"/>
            <a:chExt cx="9231120" cy="5092920"/>
          </a:xfrm>
        </p:grpSpPr>
        <p:sp>
          <p:nvSpPr>
            <p:cNvPr id="101" name="Google Shape;226;p19"/>
            <p:cNvSpPr/>
            <p:nvPr/>
          </p:nvSpPr>
          <p:spPr>
            <a:xfrm>
              <a:off x="531000" y="36432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2" name="Google Shape;227;p19"/>
            <p:cNvSpPr/>
            <p:nvPr/>
          </p:nvSpPr>
          <p:spPr>
            <a:xfrm>
              <a:off x="7994520" y="415152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3" name="Google Shape;228;p19"/>
            <p:cNvSpPr/>
            <p:nvPr/>
          </p:nvSpPr>
          <p:spPr>
            <a:xfrm>
              <a:off x="-490680" y="437760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04" name="PlaceHolder 1"/>
          <p:cNvSpPr>
            <a:spLocks noGrp="1"/>
          </p:cNvSpPr>
          <p:nvPr>
            <p:ph type="title"/>
          </p:nvPr>
        </p:nvSpPr>
        <p:spPr>
          <a:xfrm>
            <a:off x="5801400" y="1435680"/>
            <a:ext cx="2512080" cy="1080000"/>
          </a:xfrm>
          <a:prstGeom prst="rect">
            <a:avLst/>
          </a:prstGeom>
          <a:noFill/>
          <a:ln w="0">
            <a:noFill/>
          </a:ln>
        </p:spPr>
        <p:txBody>
          <a:bodyPr lIns="91440" tIns="91440" rIns="91440" bIns="91440" anchor="b">
            <a:noAutofit/>
          </a:bodyPr>
          <a:lstStyle/>
          <a:p>
            <a:pPr indent="0">
              <a:buNone/>
            </a:pPr>
            <a:r>
              <a:rPr lang="fr-FR" sz="29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105" name="Google Shape;232;p20"/>
          <p:cNvGrpSpPr/>
          <p:nvPr/>
        </p:nvGrpSpPr>
        <p:grpSpPr>
          <a:xfrm>
            <a:off x="2311200" y="2939400"/>
            <a:ext cx="6505920" cy="2203920"/>
            <a:chOff x="2311200" y="2939400"/>
            <a:chExt cx="6505920" cy="2203920"/>
          </a:xfrm>
        </p:grpSpPr>
        <p:pic>
          <p:nvPicPr>
            <p:cNvPr id="106" name="Google Shape;233;p20"/>
            <p:cNvPicPr/>
            <p:nvPr/>
          </p:nvPicPr>
          <p:blipFill>
            <a:blip r:embed="rId3"/>
            <a:srcRect l="11666" t="2624" r="57865" b="63668"/>
            <a:stretch/>
          </p:blipFill>
          <p:spPr>
            <a:xfrm>
              <a:off x="5010480" y="2939400"/>
              <a:ext cx="3806640" cy="2203920"/>
            </a:xfrm>
            <a:prstGeom prst="rect">
              <a:avLst/>
            </a:prstGeom>
            <a:ln w="0">
              <a:noFill/>
            </a:ln>
          </p:spPr>
        </p:pic>
        <p:pic>
          <p:nvPicPr>
            <p:cNvPr id="107" name="Google Shape;234;p20"/>
            <p:cNvPicPr/>
            <p:nvPr/>
          </p:nvPicPr>
          <p:blipFill>
            <a:blip r:embed="rId4"/>
            <a:srcRect l="26888" t="6006" r="26885" b="64348"/>
            <a:stretch/>
          </p:blipFill>
          <p:spPr>
            <a:xfrm>
              <a:off x="2311200" y="3470040"/>
              <a:ext cx="4986360" cy="1673280"/>
            </a:xfrm>
            <a:prstGeom prst="rect">
              <a:avLst/>
            </a:prstGeom>
            <a:ln w="0">
              <a:noFill/>
            </a:ln>
          </p:spPr>
        </p:pic>
      </p:grpSp>
      <p:grpSp>
        <p:nvGrpSpPr>
          <p:cNvPr id="108" name="Google Shape;235;p20"/>
          <p:cNvGrpSpPr/>
          <p:nvPr/>
        </p:nvGrpSpPr>
        <p:grpSpPr>
          <a:xfrm>
            <a:off x="0" y="-12960"/>
            <a:ext cx="4251240" cy="2399400"/>
            <a:chOff x="0" y="-12960"/>
            <a:chExt cx="4251240" cy="2399400"/>
          </a:xfrm>
        </p:grpSpPr>
        <p:pic>
          <p:nvPicPr>
            <p:cNvPr id="109" name="Google Shape;236;p20"/>
            <p:cNvPicPr/>
            <p:nvPr/>
          </p:nvPicPr>
          <p:blipFill>
            <a:blip r:embed="rId4"/>
            <a:srcRect l="48611" t="43133" r="25720" b="12392"/>
            <a:stretch/>
          </p:blipFill>
          <p:spPr>
            <a:xfrm>
              <a:off x="0" y="0"/>
              <a:ext cx="2631600" cy="2386440"/>
            </a:xfrm>
            <a:prstGeom prst="rect">
              <a:avLst/>
            </a:prstGeom>
            <a:ln w="0">
              <a:noFill/>
            </a:ln>
          </p:spPr>
        </p:pic>
        <p:pic>
          <p:nvPicPr>
            <p:cNvPr id="110" name="Google Shape;237;p20"/>
            <p:cNvPicPr/>
            <p:nvPr/>
          </p:nvPicPr>
          <p:blipFill>
            <a:blip r:embed="rId3"/>
            <a:srcRect l="5591" t="19463" r="59874" b="55392"/>
            <a:stretch/>
          </p:blipFill>
          <p:spPr>
            <a:xfrm rot="10800000">
              <a:off x="360" y="-12960"/>
              <a:ext cx="4250880" cy="1618920"/>
            </a:xfrm>
            <a:prstGeom prst="rect">
              <a:avLst/>
            </a:prstGeom>
            <a:ln w="0">
              <a:noFill/>
            </a:ln>
          </p:spPr>
        </p:pic>
      </p:grpSp>
      <p:sp>
        <p:nvSpPr>
          <p:cNvPr id="11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grpSp>
        <p:nvGrpSpPr>
          <p:cNvPr id="112" name="Google Shape;239;p20"/>
          <p:cNvGrpSpPr/>
          <p:nvPr/>
        </p:nvGrpSpPr>
        <p:grpSpPr>
          <a:xfrm>
            <a:off x="-518760" y="297720"/>
            <a:ext cx="9494280" cy="5457600"/>
            <a:chOff x="-518760" y="297720"/>
            <a:chExt cx="9494280" cy="5457600"/>
          </a:xfrm>
        </p:grpSpPr>
        <p:sp>
          <p:nvSpPr>
            <p:cNvPr id="113" name="Google Shape;240;p20"/>
            <p:cNvSpPr/>
            <p:nvPr/>
          </p:nvSpPr>
          <p:spPr>
            <a:xfrm>
              <a:off x="220320" y="465048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4" name="Google Shape;241;p20"/>
            <p:cNvSpPr/>
            <p:nvPr/>
          </p:nvSpPr>
          <p:spPr>
            <a:xfrm>
              <a:off x="8229600" y="444960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5" name="Google Shape;242;p20"/>
            <p:cNvSpPr/>
            <p:nvPr/>
          </p:nvSpPr>
          <p:spPr>
            <a:xfrm>
              <a:off x="-518760" y="29772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16" name="PlaceHolder 2"/>
          <p:cNvSpPr>
            <a:spLocks noGrp="1"/>
          </p:cNvSpPr>
          <p:nvPr>
            <p:ph type="body"/>
          </p:nvPr>
        </p:nvSpPr>
        <p:spPr>
          <a:xfrm>
            <a:off x="720000" y="1222200"/>
            <a:ext cx="7703640" cy="24674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2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2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2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2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2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2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117" name="Google Shape;21;p3"/>
          <p:cNvGrpSpPr/>
          <p:nvPr/>
        </p:nvGrpSpPr>
        <p:grpSpPr>
          <a:xfrm>
            <a:off x="360" y="0"/>
            <a:ext cx="9143640" cy="5184000"/>
            <a:chOff x="360" y="0"/>
            <a:chExt cx="9143640" cy="5184000"/>
          </a:xfrm>
        </p:grpSpPr>
        <p:grpSp>
          <p:nvGrpSpPr>
            <p:cNvPr id="118" name="Google Shape;22;p3"/>
            <p:cNvGrpSpPr/>
            <p:nvPr/>
          </p:nvGrpSpPr>
          <p:grpSpPr>
            <a:xfrm>
              <a:off x="360" y="0"/>
              <a:ext cx="4986360" cy="3918600"/>
              <a:chOff x="360" y="0"/>
              <a:chExt cx="4986360" cy="3918600"/>
            </a:xfrm>
          </p:grpSpPr>
          <p:pic>
            <p:nvPicPr>
              <p:cNvPr id="119" name="Google Shape;23;p3"/>
              <p:cNvPicPr/>
              <p:nvPr/>
            </p:nvPicPr>
            <p:blipFill>
              <a:blip r:embed="rId3"/>
              <a:srcRect l="1389" t="26408" r="75083" b="13674"/>
              <a:stretch/>
            </p:blipFill>
            <p:spPr>
              <a:xfrm flipH="1">
                <a:off x="360" y="0"/>
                <a:ext cx="2939040" cy="3918600"/>
              </a:xfrm>
              <a:prstGeom prst="rect">
                <a:avLst/>
              </a:prstGeom>
              <a:ln w="0">
                <a:noFill/>
              </a:ln>
            </p:spPr>
          </p:pic>
          <p:pic>
            <p:nvPicPr>
              <p:cNvPr id="120" name="Google Shape;24;p3"/>
              <p:cNvPicPr/>
              <p:nvPr/>
            </p:nvPicPr>
            <p:blipFill>
              <a:blip r:embed="rId4"/>
              <a:srcRect l="21159" t="55236" r="32617" b="4309"/>
              <a:stretch/>
            </p:blipFill>
            <p:spPr>
              <a:xfrm flipH="1">
                <a:off x="360" y="0"/>
                <a:ext cx="4986360" cy="2283840"/>
              </a:xfrm>
              <a:prstGeom prst="rect">
                <a:avLst/>
              </a:prstGeom>
              <a:ln w="0">
                <a:noFill/>
              </a:ln>
            </p:spPr>
          </p:pic>
        </p:grpSp>
        <p:grpSp>
          <p:nvGrpSpPr>
            <p:cNvPr id="121" name="Google Shape;25;p3"/>
            <p:cNvGrpSpPr/>
            <p:nvPr/>
          </p:nvGrpSpPr>
          <p:grpSpPr>
            <a:xfrm>
              <a:off x="4706280" y="1018080"/>
              <a:ext cx="4437720" cy="4165920"/>
              <a:chOff x="4706280" y="1018080"/>
              <a:chExt cx="4437720" cy="4165920"/>
            </a:xfrm>
          </p:grpSpPr>
          <p:pic>
            <p:nvPicPr>
              <p:cNvPr id="122" name="Google Shape;26;p3"/>
              <p:cNvPicPr/>
              <p:nvPr/>
            </p:nvPicPr>
            <p:blipFill>
              <a:blip r:embed="rId4"/>
              <a:srcRect l="35370" t="5164" r="21351" b="51348"/>
              <a:stretch/>
            </p:blipFill>
            <p:spPr>
              <a:xfrm flipH="1">
                <a:off x="4706280" y="2809440"/>
                <a:ext cx="4437720" cy="2333520"/>
              </a:xfrm>
              <a:prstGeom prst="rect">
                <a:avLst/>
              </a:prstGeom>
              <a:ln w="0">
                <a:noFill/>
              </a:ln>
            </p:spPr>
          </p:pic>
          <p:pic>
            <p:nvPicPr>
              <p:cNvPr id="123" name="Google Shape;27;p3"/>
              <p:cNvPicPr/>
              <p:nvPr/>
            </p:nvPicPr>
            <p:blipFill>
              <a:blip r:embed="rId3"/>
              <a:srcRect t="21588" r="76117" b="13746"/>
              <a:stretch/>
            </p:blipFill>
            <p:spPr>
              <a:xfrm rot="10800000" flipH="1">
                <a:off x="6204600" y="1018080"/>
                <a:ext cx="2939040" cy="4165920"/>
              </a:xfrm>
              <a:prstGeom prst="rect">
                <a:avLst/>
              </a:prstGeom>
              <a:ln w="0">
                <a:noFill/>
              </a:ln>
            </p:spPr>
          </p:pic>
        </p:grpSp>
      </p:grpSp>
      <p:sp>
        <p:nvSpPr>
          <p:cNvPr id="124" name="PlaceHolder 1"/>
          <p:cNvSpPr>
            <a:spLocks noGrp="1"/>
          </p:cNvSpPr>
          <p:nvPr>
            <p:ph type="title"/>
          </p:nvPr>
        </p:nvSpPr>
        <p:spPr>
          <a:xfrm>
            <a:off x="1427040" y="2357640"/>
            <a:ext cx="6289920" cy="1382400"/>
          </a:xfrm>
          <a:prstGeom prst="rect">
            <a:avLst/>
          </a:prstGeom>
          <a:noFill/>
          <a:ln w="0">
            <a:noFill/>
          </a:ln>
        </p:spPr>
        <p:txBody>
          <a:bodyPr lIns="91440" tIns="91440" rIns="91440" bIns="91440" anchor="b">
            <a:noAutofit/>
          </a:bodyPr>
          <a:lstStyle/>
          <a:p>
            <a:pPr indent="0">
              <a:buNone/>
            </a:pPr>
            <a:r>
              <a:rPr lang="fr-FR" sz="4000" b="0" strike="noStrike" spc="-1">
                <a:solidFill>
                  <a:schemeClr val="dk1"/>
                </a:solidFill>
                <a:latin typeface="Arial"/>
              </a:rPr>
              <a:t>Click to edit the title text format</a:t>
            </a:r>
          </a:p>
        </p:txBody>
      </p:sp>
      <p:sp>
        <p:nvSpPr>
          <p:cNvPr id="125" name="PlaceHolder 2"/>
          <p:cNvSpPr>
            <a:spLocks noGrp="1"/>
          </p:cNvSpPr>
          <p:nvPr>
            <p:ph type="title"/>
          </p:nvPr>
        </p:nvSpPr>
        <p:spPr>
          <a:xfrm>
            <a:off x="3734280" y="776160"/>
            <a:ext cx="1674720" cy="1382400"/>
          </a:xfrm>
          <a:prstGeom prst="rect">
            <a:avLst/>
          </a:prstGeom>
          <a:noFill/>
          <a:ln w="19080">
            <a:solidFill>
              <a:schemeClr val="lt1"/>
            </a:solidFill>
            <a:round/>
          </a:ln>
        </p:spPr>
        <p:txBody>
          <a:bodyPr lIns="91440" tIns="91440" rIns="91440" bIns="91440" anchor="ctr">
            <a:noAutofit/>
          </a:bodyPr>
          <a:lstStyle/>
          <a:p>
            <a:pPr indent="0" algn="ctr">
              <a:lnSpc>
                <a:spcPct val="100000"/>
              </a:lnSpc>
              <a:buNone/>
            </a:pPr>
            <a:r>
              <a:rPr lang="fr-FR" sz="6000" b="1" strike="noStrike" spc="-1">
                <a:solidFill>
                  <a:schemeClr val="lt1"/>
                </a:solidFill>
                <a:latin typeface="Unbounded"/>
                <a:ea typeface="Unbounded"/>
              </a:rPr>
              <a:t>xx%</a:t>
            </a:r>
            <a:endParaRPr lang="fr-FR" sz="6000" b="0" strike="noStrike" spc="-1">
              <a:solidFill>
                <a:schemeClr val="dk1"/>
              </a:solidFill>
              <a:latin typeface="Arial"/>
            </a:endParaRPr>
          </a:p>
        </p:txBody>
      </p:sp>
      <p:grpSp>
        <p:nvGrpSpPr>
          <p:cNvPr id="126" name="Google Shape;31;p3"/>
          <p:cNvGrpSpPr/>
          <p:nvPr/>
        </p:nvGrpSpPr>
        <p:grpSpPr>
          <a:xfrm>
            <a:off x="960480" y="-478800"/>
            <a:ext cx="7745040" cy="5234040"/>
            <a:chOff x="960480" y="-478800"/>
            <a:chExt cx="7745040" cy="5234040"/>
          </a:xfrm>
        </p:grpSpPr>
        <p:sp>
          <p:nvSpPr>
            <p:cNvPr id="127" name="Google Shape;32;p3"/>
            <p:cNvSpPr/>
            <p:nvPr/>
          </p:nvSpPr>
          <p:spPr>
            <a:xfrm flipH="1">
              <a:off x="7907040" y="-321120"/>
              <a:ext cx="745920" cy="1305720"/>
            </a:xfrm>
            <a:custGeom>
              <a:avLst/>
              <a:gdLst>
                <a:gd name="textAreaLeft" fmla="*/ 360 w 745920"/>
                <a:gd name="textAreaRight" fmla="*/ 74664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8" name="Google Shape;33;p3"/>
            <p:cNvSpPr/>
            <p:nvPr/>
          </p:nvSpPr>
          <p:spPr>
            <a:xfrm flipH="1">
              <a:off x="960120" y="-478800"/>
              <a:ext cx="1021320" cy="1018080"/>
            </a:xfrm>
            <a:custGeom>
              <a:avLst/>
              <a:gdLst>
                <a:gd name="textAreaLeft" fmla="*/ -360 w 1021320"/>
                <a:gd name="textAreaRight" fmla="*/ 102132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9" name="Google Shape;34;p3"/>
            <p:cNvSpPr/>
            <p:nvPr/>
          </p:nvSpPr>
          <p:spPr>
            <a:xfrm flipH="1">
              <a:off x="8154720" y="4190760"/>
              <a:ext cx="550440" cy="564480"/>
            </a:xfrm>
            <a:custGeom>
              <a:avLst/>
              <a:gdLst>
                <a:gd name="textAreaLeft" fmla="*/ -360 w 550440"/>
                <a:gd name="textAreaRight" fmla="*/ 55044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
        <p:nvSpPr>
          <p:cNvPr id="130"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13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grpSp>
        <p:nvGrpSpPr>
          <p:cNvPr id="132" name="Google Shape;250;p21"/>
          <p:cNvGrpSpPr/>
          <p:nvPr/>
        </p:nvGrpSpPr>
        <p:grpSpPr>
          <a:xfrm>
            <a:off x="4157280" y="0"/>
            <a:ext cx="4986360" cy="3918600"/>
            <a:chOff x="4157280" y="0"/>
            <a:chExt cx="4986360" cy="3918600"/>
          </a:xfrm>
        </p:grpSpPr>
        <p:pic>
          <p:nvPicPr>
            <p:cNvPr id="133" name="Google Shape;251;p21"/>
            <p:cNvPicPr/>
            <p:nvPr/>
          </p:nvPicPr>
          <p:blipFill>
            <a:blip r:embed="rId3"/>
            <a:srcRect l="-4857" t="19162" r="81329" b="20920"/>
            <a:stretch/>
          </p:blipFill>
          <p:spPr>
            <a:xfrm>
              <a:off x="6204600" y="0"/>
              <a:ext cx="2939040" cy="3918600"/>
            </a:xfrm>
            <a:prstGeom prst="rect">
              <a:avLst/>
            </a:prstGeom>
            <a:ln w="0">
              <a:noFill/>
            </a:ln>
          </p:spPr>
        </p:pic>
        <p:pic>
          <p:nvPicPr>
            <p:cNvPr id="134" name="Google Shape;252;p21"/>
            <p:cNvPicPr/>
            <p:nvPr/>
          </p:nvPicPr>
          <p:blipFill>
            <a:blip r:embed="rId4"/>
            <a:srcRect l="21159" t="59539" r="32617"/>
            <a:stretch/>
          </p:blipFill>
          <p:spPr>
            <a:xfrm>
              <a:off x="4157280" y="0"/>
              <a:ext cx="4986360" cy="2283840"/>
            </a:xfrm>
            <a:prstGeom prst="rect">
              <a:avLst/>
            </a:prstGeom>
            <a:ln w="0">
              <a:noFill/>
            </a:ln>
          </p:spPr>
        </p:pic>
      </p:grpSp>
      <p:grpSp>
        <p:nvGrpSpPr>
          <p:cNvPr id="135" name="Google Shape;253;p21"/>
          <p:cNvGrpSpPr/>
          <p:nvPr/>
        </p:nvGrpSpPr>
        <p:grpSpPr>
          <a:xfrm>
            <a:off x="0" y="1018080"/>
            <a:ext cx="4437720" cy="4165920"/>
            <a:chOff x="0" y="1018080"/>
            <a:chExt cx="4437720" cy="4165920"/>
          </a:xfrm>
        </p:grpSpPr>
        <p:pic>
          <p:nvPicPr>
            <p:cNvPr id="136" name="Google Shape;254;p21"/>
            <p:cNvPicPr/>
            <p:nvPr/>
          </p:nvPicPr>
          <p:blipFill>
            <a:blip r:embed="rId4"/>
            <a:srcRect l="40967" t="-3605" r="15754" b="60117"/>
            <a:stretch/>
          </p:blipFill>
          <p:spPr>
            <a:xfrm>
              <a:off x="0" y="2809440"/>
              <a:ext cx="4437720" cy="2333520"/>
            </a:xfrm>
            <a:prstGeom prst="rect">
              <a:avLst/>
            </a:prstGeom>
            <a:ln w="0">
              <a:noFill/>
            </a:ln>
          </p:spPr>
        </p:pic>
        <p:pic>
          <p:nvPicPr>
            <p:cNvPr id="137" name="Google Shape;255;p21"/>
            <p:cNvPicPr/>
            <p:nvPr/>
          </p:nvPicPr>
          <p:blipFill>
            <a:blip r:embed="rId3"/>
            <a:srcRect l="-6060" t="19626" r="82176" b="15702"/>
            <a:stretch/>
          </p:blipFill>
          <p:spPr>
            <a:xfrm rot="10800000">
              <a:off x="360" y="1018080"/>
              <a:ext cx="2939040" cy="4165920"/>
            </a:xfrm>
            <a:prstGeom prst="rect">
              <a:avLst/>
            </a:prstGeom>
            <a:ln w="0">
              <a:noFill/>
            </a:ln>
          </p:spPr>
        </p:pic>
      </p:grpSp>
      <p:grpSp>
        <p:nvGrpSpPr>
          <p:cNvPr id="138" name="Google Shape;256;p21"/>
          <p:cNvGrpSpPr/>
          <p:nvPr/>
        </p:nvGrpSpPr>
        <p:grpSpPr>
          <a:xfrm>
            <a:off x="186480" y="-619560"/>
            <a:ext cx="10798200" cy="5573880"/>
            <a:chOff x="186480" y="-619560"/>
            <a:chExt cx="10798200" cy="5573880"/>
          </a:xfrm>
        </p:grpSpPr>
        <p:sp>
          <p:nvSpPr>
            <p:cNvPr id="139" name="Google Shape;257;p21"/>
            <p:cNvSpPr/>
            <p:nvPr/>
          </p:nvSpPr>
          <p:spPr>
            <a:xfrm>
              <a:off x="8555400" y="111600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0" name="Google Shape;258;p21"/>
            <p:cNvSpPr/>
            <p:nvPr/>
          </p:nvSpPr>
          <p:spPr>
            <a:xfrm>
              <a:off x="186480" y="460404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1" name="Google Shape;259;p21"/>
            <p:cNvSpPr/>
            <p:nvPr/>
          </p:nvSpPr>
          <p:spPr>
            <a:xfrm>
              <a:off x="186480" y="-61956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142" name="Google Shape;261;p22"/>
          <p:cNvGrpSpPr/>
          <p:nvPr/>
        </p:nvGrpSpPr>
        <p:grpSpPr>
          <a:xfrm>
            <a:off x="360" y="2809440"/>
            <a:ext cx="6655680" cy="2374560"/>
            <a:chOff x="360" y="2809440"/>
            <a:chExt cx="6655680" cy="2374560"/>
          </a:xfrm>
        </p:grpSpPr>
        <p:pic>
          <p:nvPicPr>
            <p:cNvPr id="143" name="Google Shape;262;p22"/>
            <p:cNvPicPr/>
            <p:nvPr/>
          </p:nvPicPr>
          <p:blipFill>
            <a:blip r:embed="rId3"/>
            <a:srcRect l="32450" t="-4417" r="24271" b="60929"/>
            <a:stretch/>
          </p:blipFill>
          <p:spPr>
            <a:xfrm>
              <a:off x="2218320" y="2809440"/>
              <a:ext cx="4437720" cy="2333520"/>
            </a:xfrm>
            <a:prstGeom prst="rect">
              <a:avLst/>
            </a:prstGeom>
            <a:ln w="0">
              <a:noFill/>
            </a:ln>
          </p:spPr>
        </p:pic>
        <p:pic>
          <p:nvPicPr>
            <p:cNvPr id="144" name="Google Shape;263;p22"/>
            <p:cNvPicPr/>
            <p:nvPr/>
          </p:nvPicPr>
          <p:blipFill>
            <a:blip r:embed="rId4"/>
            <a:srcRect l="4227" t="58239" r="61880" b="13981"/>
            <a:stretch/>
          </p:blipFill>
          <p:spPr>
            <a:xfrm rot="10800000">
              <a:off x="360" y="3395160"/>
              <a:ext cx="4171320" cy="1788840"/>
            </a:xfrm>
            <a:prstGeom prst="rect">
              <a:avLst/>
            </a:prstGeom>
            <a:ln w="0">
              <a:noFill/>
            </a:ln>
          </p:spPr>
        </p:pic>
      </p:grpSp>
      <p:grpSp>
        <p:nvGrpSpPr>
          <p:cNvPr id="145" name="Google Shape;264;p22"/>
          <p:cNvGrpSpPr/>
          <p:nvPr/>
        </p:nvGrpSpPr>
        <p:grpSpPr>
          <a:xfrm>
            <a:off x="4985280" y="0"/>
            <a:ext cx="4171320" cy="3489840"/>
            <a:chOff x="4985280" y="0"/>
            <a:chExt cx="4171320" cy="3489840"/>
          </a:xfrm>
        </p:grpSpPr>
        <p:pic>
          <p:nvPicPr>
            <p:cNvPr id="146" name="Google Shape;265;p22"/>
            <p:cNvPicPr/>
            <p:nvPr/>
          </p:nvPicPr>
          <p:blipFill>
            <a:blip r:embed="rId3"/>
            <a:srcRect l="20951" t="31283" r="59272" b="6909"/>
            <a:stretch/>
          </p:blipFill>
          <p:spPr>
            <a:xfrm>
              <a:off x="7011360" y="0"/>
              <a:ext cx="2132280" cy="3489840"/>
            </a:xfrm>
            <a:prstGeom prst="rect">
              <a:avLst/>
            </a:prstGeom>
            <a:ln w="0">
              <a:noFill/>
            </a:ln>
          </p:spPr>
        </p:pic>
        <p:pic>
          <p:nvPicPr>
            <p:cNvPr id="147" name="Google Shape;266;p22"/>
            <p:cNvPicPr/>
            <p:nvPr/>
          </p:nvPicPr>
          <p:blipFill>
            <a:blip r:embed="rId4"/>
            <a:srcRect l="4227" t="58239" r="61880" b="13981"/>
            <a:stretch/>
          </p:blipFill>
          <p:spPr>
            <a:xfrm>
              <a:off x="4985280" y="0"/>
              <a:ext cx="4171320" cy="1788840"/>
            </a:xfrm>
            <a:prstGeom prst="rect">
              <a:avLst/>
            </a:prstGeom>
            <a:ln w="0">
              <a:noFill/>
            </a:ln>
          </p:spPr>
        </p:pic>
      </p:grpSp>
      <p:sp>
        <p:nvSpPr>
          <p:cNvPr id="14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grpSp>
        <p:nvGrpSpPr>
          <p:cNvPr id="149" name="Google Shape;270;p22"/>
          <p:cNvGrpSpPr/>
          <p:nvPr/>
        </p:nvGrpSpPr>
        <p:grpSpPr>
          <a:xfrm>
            <a:off x="171360" y="-716400"/>
            <a:ext cx="10778760" cy="5726880"/>
            <a:chOff x="171360" y="-716400"/>
            <a:chExt cx="10778760" cy="5726880"/>
          </a:xfrm>
        </p:grpSpPr>
        <p:sp>
          <p:nvSpPr>
            <p:cNvPr id="150" name="Google Shape;271;p22"/>
            <p:cNvSpPr/>
            <p:nvPr/>
          </p:nvSpPr>
          <p:spPr>
            <a:xfrm>
              <a:off x="8520840" y="-7812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1" name="Google Shape;272;p22"/>
            <p:cNvSpPr/>
            <p:nvPr/>
          </p:nvSpPr>
          <p:spPr>
            <a:xfrm>
              <a:off x="3799440" y="466020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2" name="Google Shape;273;p22"/>
            <p:cNvSpPr/>
            <p:nvPr/>
          </p:nvSpPr>
          <p:spPr>
            <a:xfrm>
              <a:off x="171360" y="-71640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153" name="Google Shape;275;p23"/>
          <p:cNvGrpSpPr/>
          <p:nvPr/>
        </p:nvGrpSpPr>
        <p:grpSpPr>
          <a:xfrm>
            <a:off x="360" y="0"/>
            <a:ext cx="4986360" cy="3918600"/>
            <a:chOff x="360" y="0"/>
            <a:chExt cx="4986360" cy="3918600"/>
          </a:xfrm>
        </p:grpSpPr>
        <p:pic>
          <p:nvPicPr>
            <p:cNvPr id="154" name="Google Shape;276;p23"/>
            <p:cNvPicPr/>
            <p:nvPr/>
          </p:nvPicPr>
          <p:blipFill>
            <a:blip r:embed="rId3"/>
            <a:srcRect l="1389" t="26408" r="75083" b="13674"/>
            <a:stretch/>
          </p:blipFill>
          <p:spPr>
            <a:xfrm flipH="1">
              <a:off x="360" y="0"/>
              <a:ext cx="2939040" cy="3918600"/>
            </a:xfrm>
            <a:prstGeom prst="rect">
              <a:avLst/>
            </a:prstGeom>
            <a:ln w="0">
              <a:noFill/>
            </a:ln>
          </p:spPr>
        </p:pic>
        <p:pic>
          <p:nvPicPr>
            <p:cNvPr id="155" name="Google Shape;277;p23"/>
            <p:cNvPicPr/>
            <p:nvPr/>
          </p:nvPicPr>
          <p:blipFill>
            <a:blip r:embed="rId4"/>
            <a:srcRect l="21159" t="55236" r="32617" b="4309"/>
            <a:stretch/>
          </p:blipFill>
          <p:spPr>
            <a:xfrm flipH="1">
              <a:off x="360" y="0"/>
              <a:ext cx="4986360" cy="2283840"/>
            </a:xfrm>
            <a:prstGeom prst="rect">
              <a:avLst/>
            </a:prstGeom>
            <a:ln w="0">
              <a:noFill/>
            </a:ln>
          </p:spPr>
        </p:pic>
      </p:grpSp>
      <p:grpSp>
        <p:nvGrpSpPr>
          <p:cNvPr id="156" name="Google Shape;278;p23"/>
          <p:cNvGrpSpPr/>
          <p:nvPr/>
        </p:nvGrpSpPr>
        <p:grpSpPr>
          <a:xfrm>
            <a:off x="4706280" y="1018080"/>
            <a:ext cx="4437720" cy="4165920"/>
            <a:chOff x="4706280" y="1018080"/>
            <a:chExt cx="4437720" cy="4165920"/>
          </a:xfrm>
        </p:grpSpPr>
        <p:pic>
          <p:nvPicPr>
            <p:cNvPr id="157" name="Google Shape;279;p23"/>
            <p:cNvPicPr/>
            <p:nvPr/>
          </p:nvPicPr>
          <p:blipFill>
            <a:blip r:embed="rId4"/>
            <a:srcRect l="35370" t="5164" r="21351" b="51348"/>
            <a:stretch/>
          </p:blipFill>
          <p:spPr>
            <a:xfrm flipH="1">
              <a:off x="4706280" y="2809440"/>
              <a:ext cx="4437720" cy="2333520"/>
            </a:xfrm>
            <a:prstGeom prst="rect">
              <a:avLst/>
            </a:prstGeom>
            <a:ln w="0">
              <a:noFill/>
            </a:ln>
          </p:spPr>
        </p:pic>
        <p:pic>
          <p:nvPicPr>
            <p:cNvPr id="158" name="Google Shape;280;p23"/>
            <p:cNvPicPr/>
            <p:nvPr/>
          </p:nvPicPr>
          <p:blipFill>
            <a:blip r:embed="rId3"/>
            <a:srcRect t="21588" r="76117" b="13746"/>
            <a:stretch/>
          </p:blipFill>
          <p:spPr>
            <a:xfrm rot="10800000" flipH="1">
              <a:off x="6204600" y="1018080"/>
              <a:ext cx="2939040" cy="4165920"/>
            </a:xfrm>
            <a:prstGeom prst="rect">
              <a:avLst/>
            </a:prstGeom>
            <a:ln w="0">
              <a:noFill/>
            </a:ln>
          </p:spPr>
        </p:pic>
      </p:grpSp>
      <p:sp>
        <p:nvSpPr>
          <p:cNvPr id="15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grpSp>
        <p:nvGrpSpPr>
          <p:cNvPr id="160" name="Google Shape;288;p23"/>
          <p:cNvGrpSpPr/>
          <p:nvPr/>
        </p:nvGrpSpPr>
        <p:grpSpPr>
          <a:xfrm>
            <a:off x="-510120" y="121680"/>
            <a:ext cx="9491400" cy="4314240"/>
            <a:chOff x="-510120" y="121680"/>
            <a:chExt cx="9491400" cy="4314240"/>
          </a:xfrm>
        </p:grpSpPr>
        <p:sp>
          <p:nvSpPr>
            <p:cNvPr id="161" name="Google Shape;289;p23"/>
            <p:cNvSpPr/>
            <p:nvPr/>
          </p:nvSpPr>
          <p:spPr>
            <a:xfrm>
              <a:off x="-510120" y="341784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2" name="Google Shape;290;p23"/>
            <p:cNvSpPr/>
            <p:nvPr/>
          </p:nvSpPr>
          <p:spPr>
            <a:xfrm>
              <a:off x="8430840" y="12168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163" name="Google Shape;292;p24"/>
          <p:cNvGrpSpPr/>
          <p:nvPr/>
        </p:nvGrpSpPr>
        <p:grpSpPr>
          <a:xfrm>
            <a:off x="360" y="2809440"/>
            <a:ext cx="6655680" cy="2374560"/>
            <a:chOff x="360" y="2809440"/>
            <a:chExt cx="6655680" cy="2374560"/>
          </a:xfrm>
        </p:grpSpPr>
        <p:pic>
          <p:nvPicPr>
            <p:cNvPr id="164" name="Google Shape;293;p24"/>
            <p:cNvPicPr/>
            <p:nvPr/>
          </p:nvPicPr>
          <p:blipFill>
            <a:blip r:embed="rId3"/>
            <a:srcRect l="32450" t="-4417" r="24271" b="60929"/>
            <a:stretch/>
          </p:blipFill>
          <p:spPr>
            <a:xfrm>
              <a:off x="2218320" y="2809440"/>
              <a:ext cx="4437720" cy="2333520"/>
            </a:xfrm>
            <a:prstGeom prst="rect">
              <a:avLst/>
            </a:prstGeom>
            <a:ln w="0">
              <a:noFill/>
            </a:ln>
          </p:spPr>
        </p:pic>
        <p:pic>
          <p:nvPicPr>
            <p:cNvPr id="165" name="Google Shape;294;p24"/>
            <p:cNvPicPr/>
            <p:nvPr/>
          </p:nvPicPr>
          <p:blipFill>
            <a:blip r:embed="rId4"/>
            <a:srcRect l="4227" t="58239" r="61880" b="13981"/>
            <a:stretch/>
          </p:blipFill>
          <p:spPr>
            <a:xfrm rot="10800000">
              <a:off x="360" y="3395160"/>
              <a:ext cx="4171320" cy="1788840"/>
            </a:xfrm>
            <a:prstGeom prst="rect">
              <a:avLst/>
            </a:prstGeom>
            <a:ln w="0">
              <a:noFill/>
            </a:ln>
          </p:spPr>
        </p:pic>
      </p:grpSp>
      <p:grpSp>
        <p:nvGrpSpPr>
          <p:cNvPr id="166" name="Google Shape;295;p24"/>
          <p:cNvGrpSpPr/>
          <p:nvPr/>
        </p:nvGrpSpPr>
        <p:grpSpPr>
          <a:xfrm>
            <a:off x="4985280" y="0"/>
            <a:ext cx="4171320" cy="3489840"/>
            <a:chOff x="4985280" y="0"/>
            <a:chExt cx="4171320" cy="3489840"/>
          </a:xfrm>
        </p:grpSpPr>
        <p:pic>
          <p:nvPicPr>
            <p:cNvPr id="167" name="Google Shape;296;p24"/>
            <p:cNvPicPr/>
            <p:nvPr/>
          </p:nvPicPr>
          <p:blipFill>
            <a:blip r:embed="rId3"/>
            <a:srcRect l="20951" t="31283" r="59272" b="6909"/>
            <a:stretch/>
          </p:blipFill>
          <p:spPr>
            <a:xfrm>
              <a:off x="7011360" y="0"/>
              <a:ext cx="2132280" cy="3489840"/>
            </a:xfrm>
            <a:prstGeom prst="rect">
              <a:avLst/>
            </a:prstGeom>
            <a:ln w="0">
              <a:noFill/>
            </a:ln>
          </p:spPr>
        </p:pic>
        <p:pic>
          <p:nvPicPr>
            <p:cNvPr id="168" name="Google Shape;297;p24"/>
            <p:cNvPicPr/>
            <p:nvPr/>
          </p:nvPicPr>
          <p:blipFill>
            <a:blip r:embed="rId4"/>
            <a:srcRect l="4227" t="58239" r="61880" b="13981"/>
            <a:stretch/>
          </p:blipFill>
          <p:spPr>
            <a:xfrm>
              <a:off x="4985280" y="0"/>
              <a:ext cx="4171320" cy="1788840"/>
            </a:xfrm>
            <a:prstGeom prst="rect">
              <a:avLst/>
            </a:prstGeom>
            <a:ln w="0">
              <a:noFill/>
            </a:ln>
          </p:spPr>
        </p:pic>
      </p:grpSp>
      <p:grpSp>
        <p:nvGrpSpPr>
          <p:cNvPr id="169" name="Google Shape;298;p24"/>
          <p:cNvGrpSpPr/>
          <p:nvPr/>
        </p:nvGrpSpPr>
        <p:grpSpPr>
          <a:xfrm>
            <a:off x="171360" y="-716400"/>
            <a:ext cx="10778760" cy="5726880"/>
            <a:chOff x="171360" y="-716400"/>
            <a:chExt cx="10778760" cy="5726880"/>
          </a:xfrm>
        </p:grpSpPr>
        <p:sp>
          <p:nvSpPr>
            <p:cNvPr id="170" name="Google Shape;299;p24"/>
            <p:cNvSpPr/>
            <p:nvPr/>
          </p:nvSpPr>
          <p:spPr>
            <a:xfrm>
              <a:off x="8520840" y="-7812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1" name="Google Shape;300;p24"/>
            <p:cNvSpPr/>
            <p:nvPr/>
          </p:nvSpPr>
          <p:spPr>
            <a:xfrm>
              <a:off x="3799440" y="466020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2" name="Google Shape;301;p24"/>
            <p:cNvSpPr/>
            <p:nvPr/>
          </p:nvSpPr>
          <p:spPr>
            <a:xfrm>
              <a:off x="171360" y="-71640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7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174" name="Google Shape;310;p25"/>
          <p:cNvGrpSpPr/>
          <p:nvPr/>
        </p:nvGrpSpPr>
        <p:grpSpPr>
          <a:xfrm>
            <a:off x="6413040" y="360"/>
            <a:ext cx="2730600" cy="5143320"/>
            <a:chOff x="6413040" y="360"/>
            <a:chExt cx="2730600" cy="5143320"/>
          </a:xfrm>
        </p:grpSpPr>
        <p:pic>
          <p:nvPicPr>
            <p:cNvPr id="175" name="Google Shape;311;p25"/>
            <p:cNvPicPr/>
            <p:nvPr/>
          </p:nvPicPr>
          <p:blipFill>
            <a:blip r:embed="rId3"/>
            <a:srcRect t="24398" r="79395" b="13379"/>
            <a:stretch/>
          </p:blipFill>
          <p:spPr>
            <a:xfrm rot="10800000" flipH="1">
              <a:off x="6569640" y="360"/>
              <a:ext cx="2574000" cy="4069080"/>
            </a:xfrm>
            <a:prstGeom prst="rect">
              <a:avLst/>
            </a:prstGeom>
            <a:ln w="0">
              <a:noFill/>
            </a:ln>
          </p:spPr>
        </p:pic>
        <p:pic>
          <p:nvPicPr>
            <p:cNvPr id="176" name="Google Shape;312;p25"/>
            <p:cNvPicPr/>
            <p:nvPr/>
          </p:nvPicPr>
          <p:blipFill>
            <a:blip r:embed="rId4"/>
            <a:srcRect l="18441" t="35658" r="56236" b="-7734"/>
            <a:stretch/>
          </p:blipFill>
          <p:spPr>
            <a:xfrm rot="10800000" flipH="1">
              <a:off x="6413040" y="1074600"/>
              <a:ext cx="2730600" cy="4069080"/>
            </a:xfrm>
            <a:prstGeom prst="rect">
              <a:avLst/>
            </a:prstGeom>
            <a:ln w="0">
              <a:noFill/>
            </a:ln>
          </p:spPr>
        </p:pic>
      </p:grpSp>
      <p:grpSp>
        <p:nvGrpSpPr>
          <p:cNvPr id="177" name="Google Shape;313;p25"/>
          <p:cNvGrpSpPr/>
          <p:nvPr/>
        </p:nvGrpSpPr>
        <p:grpSpPr>
          <a:xfrm>
            <a:off x="360" y="1018080"/>
            <a:ext cx="6411960" cy="4165920"/>
            <a:chOff x="360" y="1018080"/>
            <a:chExt cx="6411960" cy="4165920"/>
          </a:xfrm>
        </p:grpSpPr>
        <p:pic>
          <p:nvPicPr>
            <p:cNvPr id="178" name="Google Shape;314;p25"/>
            <p:cNvPicPr/>
            <p:nvPr/>
          </p:nvPicPr>
          <p:blipFill>
            <a:blip r:embed="rId4"/>
            <a:srcRect l="23950" t="-9166" r="32769" b="65678"/>
            <a:stretch/>
          </p:blipFill>
          <p:spPr>
            <a:xfrm>
              <a:off x="1974600" y="2837520"/>
              <a:ext cx="4437720" cy="2333520"/>
            </a:xfrm>
            <a:prstGeom prst="rect">
              <a:avLst/>
            </a:prstGeom>
            <a:ln w="0">
              <a:noFill/>
            </a:ln>
          </p:spPr>
        </p:pic>
        <p:pic>
          <p:nvPicPr>
            <p:cNvPr id="179" name="Google Shape;315;p25"/>
            <p:cNvPicPr/>
            <p:nvPr/>
          </p:nvPicPr>
          <p:blipFill>
            <a:blip r:embed="rId3"/>
            <a:srcRect l="-7178" t="31024" r="83294" b="4303"/>
            <a:stretch/>
          </p:blipFill>
          <p:spPr>
            <a:xfrm rot="10800000">
              <a:off x="360" y="1018080"/>
              <a:ext cx="2939040" cy="4165920"/>
            </a:xfrm>
            <a:prstGeom prst="rect">
              <a:avLst/>
            </a:prstGeom>
            <a:ln w="0">
              <a:noFill/>
            </a:ln>
          </p:spPr>
        </p:pic>
      </p:grpSp>
      <p:sp>
        <p:nvSpPr>
          <p:cNvPr id="18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grpSp>
        <p:nvGrpSpPr>
          <p:cNvPr id="181" name="Google Shape;325;p25"/>
          <p:cNvGrpSpPr/>
          <p:nvPr/>
        </p:nvGrpSpPr>
        <p:grpSpPr>
          <a:xfrm>
            <a:off x="-1811520" y="114120"/>
            <a:ext cx="7156080" cy="4943520"/>
            <a:chOff x="-1811520" y="114120"/>
            <a:chExt cx="7156080" cy="4943520"/>
          </a:xfrm>
        </p:grpSpPr>
        <p:sp>
          <p:nvSpPr>
            <p:cNvPr id="182" name="Google Shape;326;p25"/>
            <p:cNvSpPr/>
            <p:nvPr/>
          </p:nvSpPr>
          <p:spPr>
            <a:xfrm>
              <a:off x="3799440" y="470736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3" name="Google Shape;327;p25"/>
            <p:cNvSpPr/>
            <p:nvPr/>
          </p:nvSpPr>
          <p:spPr>
            <a:xfrm rot="5400000">
              <a:off x="-1811520" y="11412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184" name="Google Shape;329;p26"/>
          <p:cNvGrpSpPr/>
          <p:nvPr/>
        </p:nvGrpSpPr>
        <p:grpSpPr>
          <a:xfrm>
            <a:off x="4157280" y="0"/>
            <a:ext cx="4986360" cy="3918600"/>
            <a:chOff x="4157280" y="0"/>
            <a:chExt cx="4986360" cy="3918600"/>
          </a:xfrm>
        </p:grpSpPr>
        <p:pic>
          <p:nvPicPr>
            <p:cNvPr id="185" name="Google Shape;330;p26"/>
            <p:cNvPicPr/>
            <p:nvPr/>
          </p:nvPicPr>
          <p:blipFill>
            <a:blip r:embed="rId3"/>
            <a:srcRect l="-2926" t="36766" r="79402" b="3316"/>
            <a:stretch/>
          </p:blipFill>
          <p:spPr>
            <a:xfrm>
              <a:off x="6204600" y="0"/>
              <a:ext cx="2939040" cy="3918600"/>
            </a:xfrm>
            <a:prstGeom prst="rect">
              <a:avLst/>
            </a:prstGeom>
            <a:ln w="0">
              <a:noFill/>
            </a:ln>
          </p:spPr>
        </p:pic>
        <p:pic>
          <p:nvPicPr>
            <p:cNvPr id="186" name="Google Shape;331;p26"/>
            <p:cNvPicPr/>
            <p:nvPr/>
          </p:nvPicPr>
          <p:blipFill>
            <a:blip r:embed="rId4"/>
            <a:srcRect l="21266" t="61537" r="32510" b="-1992"/>
            <a:stretch/>
          </p:blipFill>
          <p:spPr>
            <a:xfrm>
              <a:off x="4157280" y="0"/>
              <a:ext cx="4986360" cy="2283840"/>
            </a:xfrm>
            <a:prstGeom prst="rect">
              <a:avLst/>
            </a:prstGeom>
            <a:ln w="0">
              <a:noFill/>
            </a:ln>
          </p:spPr>
        </p:pic>
      </p:grpSp>
      <p:grpSp>
        <p:nvGrpSpPr>
          <p:cNvPr id="187" name="Google Shape;332;p26"/>
          <p:cNvGrpSpPr/>
          <p:nvPr/>
        </p:nvGrpSpPr>
        <p:grpSpPr>
          <a:xfrm>
            <a:off x="0" y="1018080"/>
            <a:ext cx="4437720" cy="4165920"/>
            <a:chOff x="0" y="1018080"/>
            <a:chExt cx="4437720" cy="4165920"/>
          </a:xfrm>
        </p:grpSpPr>
        <p:pic>
          <p:nvPicPr>
            <p:cNvPr id="188" name="Google Shape;333;p26"/>
            <p:cNvPicPr/>
            <p:nvPr/>
          </p:nvPicPr>
          <p:blipFill>
            <a:blip r:embed="rId4"/>
            <a:srcRect l="33024" t="-4460" r="23694" b="60971"/>
            <a:stretch/>
          </p:blipFill>
          <p:spPr>
            <a:xfrm>
              <a:off x="0" y="2809440"/>
              <a:ext cx="4437720" cy="2333520"/>
            </a:xfrm>
            <a:prstGeom prst="rect">
              <a:avLst/>
            </a:prstGeom>
            <a:ln w="0">
              <a:noFill/>
            </a:ln>
          </p:spPr>
        </p:pic>
        <p:pic>
          <p:nvPicPr>
            <p:cNvPr id="189" name="Google Shape;334;p26"/>
            <p:cNvPicPr/>
            <p:nvPr/>
          </p:nvPicPr>
          <p:blipFill>
            <a:blip r:embed="rId3"/>
            <a:srcRect l="-5874" t="27913" r="81991" b="7421"/>
            <a:stretch/>
          </p:blipFill>
          <p:spPr>
            <a:xfrm rot="10800000">
              <a:off x="360" y="1018080"/>
              <a:ext cx="2939040" cy="4165920"/>
            </a:xfrm>
            <a:prstGeom prst="rect">
              <a:avLst/>
            </a:prstGeom>
            <a:ln w="0">
              <a:noFill/>
            </a:ln>
          </p:spPr>
        </p:pic>
      </p:grpSp>
      <p:grpSp>
        <p:nvGrpSpPr>
          <p:cNvPr id="190" name="Google Shape;335;p26"/>
          <p:cNvGrpSpPr/>
          <p:nvPr/>
        </p:nvGrpSpPr>
        <p:grpSpPr>
          <a:xfrm>
            <a:off x="-280080" y="257040"/>
            <a:ext cx="9815400" cy="4780440"/>
            <a:chOff x="-280080" y="257040"/>
            <a:chExt cx="9815400" cy="4780440"/>
          </a:xfrm>
        </p:grpSpPr>
        <p:sp>
          <p:nvSpPr>
            <p:cNvPr id="191" name="Google Shape;336;p26"/>
            <p:cNvSpPr/>
            <p:nvPr/>
          </p:nvSpPr>
          <p:spPr>
            <a:xfrm>
              <a:off x="-280080" y="373176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2" name="Google Shape;337;p26"/>
            <p:cNvSpPr/>
            <p:nvPr/>
          </p:nvSpPr>
          <p:spPr>
            <a:xfrm>
              <a:off x="8514000" y="387540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3" name="Google Shape;338;p26"/>
            <p:cNvSpPr/>
            <p:nvPr/>
          </p:nvSpPr>
          <p:spPr>
            <a:xfrm>
              <a:off x="8291520" y="2570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
        <p:nvSpPr>
          <p:cNvPr id="19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195" name="PlaceHolder 1"/>
          <p:cNvSpPr>
            <a:spLocks noGrp="1"/>
          </p:cNvSpPr>
          <p:nvPr>
            <p:ph type="title"/>
          </p:nvPr>
        </p:nvSpPr>
        <p:spPr>
          <a:xfrm>
            <a:off x="2223720" y="670320"/>
            <a:ext cx="4696560" cy="768600"/>
          </a:xfrm>
          <a:prstGeom prst="rect">
            <a:avLst/>
          </a:prstGeom>
          <a:noFill/>
          <a:ln w="0">
            <a:noFill/>
          </a:ln>
        </p:spPr>
        <p:txBody>
          <a:bodyPr lIns="91440" tIns="91440" rIns="91440" bIns="91440" anchor="ctr">
            <a:noAutofit/>
          </a:bodyPr>
          <a:lstStyle/>
          <a:p>
            <a:pPr indent="0" algn="ctr">
              <a:lnSpc>
                <a:spcPct val="100000"/>
              </a:lnSpc>
              <a:buNone/>
            </a:pPr>
            <a:r>
              <a:rPr lang="fr-FR" sz="4500" b="1" strike="noStrike" spc="-1">
                <a:solidFill>
                  <a:schemeClr val="lt1"/>
                </a:solidFill>
                <a:latin typeface="Unbounded"/>
                <a:ea typeface="Unbounded"/>
              </a:rPr>
              <a:t>xx%</a:t>
            </a:r>
            <a:endParaRPr lang="fr-FR" sz="4500" b="0" strike="noStrike" spc="-1">
              <a:solidFill>
                <a:schemeClr val="dk1"/>
              </a:solidFill>
              <a:latin typeface="Arial"/>
            </a:endParaRPr>
          </a:p>
        </p:txBody>
      </p:sp>
      <p:sp>
        <p:nvSpPr>
          <p:cNvPr id="196" name="PlaceHolder 2"/>
          <p:cNvSpPr>
            <a:spLocks noGrp="1"/>
          </p:cNvSpPr>
          <p:nvPr>
            <p:ph type="title"/>
          </p:nvPr>
        </p:nvSpPr>
        <p:spPr>
          <a:xfrm>
            <a:off x="2223720" y="1967760"/>
            <a:ext cx="4696560" cy="768600"/>
          </a:xfrm>
          <a:prstGeom prst="rect">
            <a:avLst/>
          </a:prstGeom>
          <a:noFill/>
          <a:ln w="0">
            <a:noFill/>
          </a:ln>
        </p:spPr>
        <p:txBody>
          <a:bodyPr lIns="91440" tIns="91440" rIns="91440" bIns="91440" anchor="ctr">
            <a:noAutofit/>
          </a:bodyPr>
          <a:lstStyle/>
          <a:p>
            <a:pPr indent="0" algn="ctr">
              <a:lnSpc>
                <a:spcPct val="100000"/>
              </a:lnSpc>
              <a:buNone/>
            </a:pPr>
            <a:r>
              <a:rPr lang="fr-FR" sz="4500" b="1" strike="noStrike" spc="-1">
                <a:solidFill>
                  <a:schemeClr val="lt1"/>
                </a:solidFill>
                <a:latin typeface="Unbounded"/>
                <a:ea typeface="Unbounded"/>
              </a:rPr>
              <a:t>xx%</a:t>
            </a:r>
            <a:endParaRPr lang="fr-FR" sz="4500" b="0" strike="noStrike" spc="-1">
              <a:solidFill>
                <a:schemeClr val="dk1"/>
              </a:solidFill>
              <a:latin typeface="Arial"/>
            </a:endParaRPr>
          </a:p>
        </p:txBody>
      </p:sp>
      <p:sp>
        <p:nvSpPr>
          <p:cNvPr id="197" name="PlaceHolder 3"/>
          <p:cNvSpPr>
            <a:spLocks noGrp="1"/>
          </p:cNvSpPr>
          <p:nvPr>
            <p:ph type="title"/>
          </p:nvPr>
        </p:nvSpPr>
        <p:spPr>
          <a:xfrm>
            <a:off x="2223720" y="3265560"/>
            <a:ext cx="4696560" cy="768600"/>
          </a:xfrm>
          <a:prstGeom prst="rect">
            <a:avLst/>
          </a:prstGeom>
          <a:noFill/>
          <a:ln w="0">
            <a:noFill/>
          </a:ln>
        </p:spPr>
        <p:txBody>
          <a:bodyPr lIns="91440" tIns="91440" rIns="91440" bIns="91440" anchor="ctr">
            <a:noAutofit/>
          </a:bodyPr>
          <a:lstStyle/>
          <a:p>
            <a:pPr indent="0" algn="ctr">
              <a:lnSpc>
                <a:spcPct val="100000"/>
              </a:lnSpc>
              <a:buNone/>
            </a:pPr>
            <a:r>
              <a:rPr lang="fr-FR" sz="4500" b="1" strike="noStrike" spc="-1">
                <a:solidFill>
                  <a:schemeClr val="lt1"/>
                </a:solidFill>
                <a:latin typeface="Unbounded"/>
                <a:ea typeface="Unbounded"/>
              </a:rPr>
              <a:t>xx%</a:t>
            </a:r>
            <a:endParaRPr lang="fr-FR" sz="4500" b="0" strike="noStrike" spc="-1">
              <a:solidFill>
                <a:schemeClr val="dk1"/>
              </a:solidFill>
              <a:latin typeface="Arial"/>
            </a:endParaRPr>
          </a:p>
        </p:txBody>
      </p:sp>
      <p:grpSp>
        <p:nvGrpSpPr>
          <p:cNvPr id="198" name="Google Shape;359;p27"/>
          <p:cNvGrpSpPr/>
          <p:nvPr/>
        </p:nvGrpSpPr>
        <p:grpSpPr>
          <a:xfrm>
            <a:off x="3837240" y="0"/>
            <a:ext cx="5306400" cy="4524120"/>
            <a:chOff x="3837240" y="0"/>
            <a:chExt cx="5306400" cy="4524120"/>
          </a:xfrm>
        </p:grpSpPr>
        <p:pic>
          <p:nvPicPr>
            <p:cNvPr id="199" name="Google Shape;360;p27"/>
            <p:cNvPicPr/>
            <p:nvPr/>
          </p:nvPicPr>
          <p:blipFill>
            <a:blip r:embed="rId3"/>
            <a:srcRect l="5320" t="20041" r="76003" b="10779"/>
            <a:stretch/>
          </p:blipFill>
          <p:spPr>
            <a:xfrm>
              <a:off x="6810840" y="0"/>
              <a:ext cx="2332800" cy="4524120"/>
            </a:xfrm>
            <a:prstGeom prst="rect">
              <a:avLst/>
            </a:prstGeom>
            <a:ln w="0">
              <a:noFill/>
            </a:ln>
          </p:spPr>
        </p:pic>
        <p:pic>
          <p:nvPicPr>
            <p:cNvPr id="200" name="Google Shape;361;p27"/>
            <p:cNvPicPr/>
            <p:nvPr/>
          </p:nvPicPr>
          <p:blipFill>
            <a:blip r:embed="rId4"/>
            <a:srcRect l="28192" t="61946" r="22617" b="-2401"/>
            <a:stretch/>
          </p:blipFill>
          <p:spPr>
            <a:xfrm>
              <a:off x="3837240" y="0"/>
              <a:ext cx="5306400" cy="2283840"/>
            </a:xfrm>
            <a:prstGeom prst="rect">
              <a:avLst/>
            </a:prstGeom>
            <a:ln w="0">
              <a:noFill/>
            </a:ln>
          </p:spPr>
        </p:pic>
      </p:grpSp>
      <p:grpSp>
        <p:nvGrpSpPr>
          <p:cNvPr id="201" name="Google Shape;362;p27"/>
          <p:cNvGrpSpPr/>
          <p:nvPr/>
        </p:nvGrpSpPr>
        <p:grpSpPr>
          <a:xfrm>
            <a:off x="0" y="1018080"/>
            <a:ext cx="4437720" cy="4165920"/>
            <a:chOff x="0" y="1018080"/>
            <a:chExt cx="4437720" cy="4165920"/>
          </a:xfrm>
        </p:grpSpPr>
        <p:pic>
          <p:nvPicPr>
            <p:cNvPr id="202" name="Google Shape;363;p27"/>
            <p:cNvPicPr/>
            <p:nvPr/>
          </p:nvPicPr>
          <p:blipFill>
            <a:blip r:embed="rId4"/>
            <a:srcRect l="35370" t="5164" r="21351" b="51348"/>
            <a:stretch/>
          </p:blipFill>
          <p:spPr>
            <a:xfrm>
              <a:off x="0" y="2809440"/>
              <a:ext cx="4437720" cy="2333520"/>
            </a:xfrm>
            <a:prstGeom prst="rect">
              <a:avLst/>
            </a:prstGeom>
            <a:ln w="0">
              <a:noFill/>
            </a:ln>
          </p:spPr>
        </p:pic>
        <p:pic>
          <p:nvPicPr>
            <p:cNvPr id="203" name="Google Shape;364;p27"/>
            <p:cNvPicPr/>
            <p:nvPr/>
          </p:nvPicPr>
          <p:blipFill>
            <a:blip r:embed="rId3"/>
            <a:srcRect t="21588" r="76117" b="13746"/>
            <a:stretch/>
          </p:blipFill>
          <p:spPr>
            <a:xfrm rot="10800000">
              <a:off x="360" y="1018080"/>
              <a:ext cx="2939040" cy="4165920"/>
            </a:xfrm>
            <a:prstGeom prst="rect">
              <a:avLst/>
            </a:prstGeom>
            <a:ln w="0">
              <a:noFill/>
            </a:ln>
          </p:spPr>
        </p:pic>
      </p:grpSp>
      <p:grpSp>
        <p:nvGrpSpPr>
          <p:cNvPr id="204" name="Google Shape;365;p27"/>
          <p:cNvGrpSpPr/>
          <p:nvPr/>
        </p:nvGrpSpPr>
        <p:grpSpPr>
          <a:xfrm>
            <a:off x="-1088640" y="-1306440"/>
            <a:ext cx="9792360" cy="6742440"/>
            <a:chOff x="-1088640" y="-1306440"/>
            <a:chExt cx="9792360" cy="6742440"/>
          </a:xfrm>
        </p:grpSpPr>
        <p:sp>
          <p:nvSpPr>
            <p:cNvPr id="205" name="Google Shape;366;p27"/>
            <p:cNvSpPr/>
            <p:nvPr/>
          </p:nvSpPr>
          <p:spPr>
            <a:xfrm>
              <a:off x="-1088640" y="-130644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6" name="Google Shape;367;p27"/>
            <p:cNvSpPr/>
            <p:nvPr/>
          </p:nvSpPr>
          <p:spPr>
            <a:xfrm>
              <a:off x="7957800" y="413028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7" name="Google Shape;368;p27"/>
            <p:cNvSpPr/>
            <p:nvPr/>
          </p:nvSpPr>
          <p:spPr>
            <a:xfrm>
              <a:off x="437760" y="43214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208" name="Google Shape;370;p28"/>
          <p:cNvGrpSpPr/>
          <p:nvPr/>
        </p:nvGrpSpPr>
        <p:grpSpPr>
          <a:xfrm>
            <a:off x="6413040" y="360"/>
            <a:ext cx="2730600" cy="5143320"/>
            <a:chOff x="6413040" y="360"/>
            <a:chExt cx="2730600" cy="5143320"/>
          </a:xfrm>
        </p:grpSpPr>
        <p:pic>
          <p:nvPicPr>
            <p:cNvPr id="209" name="Google Shape;371;p28"/>
            <p:cNvPicPr/>
            <p:nvPr/>
          </p:nvPicPr>
          <p:blipFill>
            <a:blip r:embed="rId3"/>
            <a:srcRect t="24398" r="79395" b="13379"/>
            <a:stretch/>
          </p:blipFill>
          <p:spPr>
            <a:xfrm rot="10800000" flipH="1">
              <a:off x="6569640" y="360"/>
              <a:ext cx="2574000" cy="4069080"/>
            </a:xfrm>
            <a:prstGeom prst="rect">
              <a:avLst/>
            </a:prstGeom>
            <a:ln w="0">
              <a:noFill/>
            </a:ln>
          </p:spPr>
        </p:pic>
        <p:pic>
          <p:nvPicPr>
            <p:cNvPr id="210" name="Google Shape;372;p28"/>
            <p:cNvPicPr/>
            <p:nvPr/>
          </p:nvPicPr>
          <p:blipFill>
            <a:blip r:embed="rId4"/>
            <a:srcRect l="18441" t="35658" r="56236" b="-7734"/>
            <a:stretch/>
          </p:blipFill>
          <p:spPr>
            <a:xfrm rot="10800000" flipH="1">
              <a:off x="6413040" y="1074600"/>
              <a:ext cx="2730600" cy="4069080"/>
            </a:xfrm>
            <a:prstGeom prst="rect">
              <a:avLst/>
            </a:prstGeom>
            <a:ln w="0">
              <a:noFill/>
            </a:ln>
          </p:spPr>
        </p:pic>
      </p:grpSp>
      <p:grpSp>
        <p:nvGrpSpPr>
          <p:cNvPr id="211" name="Google Shape;373;p28"/>
          <p:cNvGrpSpPr/>
          <p:nvPr/>
        </p:nvGrpSpPr>
        <p:grpSpPr>
          <a:xfrm>
            <a:off x="360" y="1018080"/>
            <a:ext cx="6411960" cy="4165920"/>
            <a:chOff x="360" y="1018080"/>
            <a:chExt cx="6411960" cy="4165920"/>
          </a:xfrm>
        </p:grpSpPr>
        <p:pic>
          <p:nvPicPr>
            <p:cNvPr id="212" name="Google Shape;374;p28"/>
            <p:cNvPicPr/>
            <p:nvPr/>
          </p:nvPicPr>
          <p:blipFill>
            <a:blip r:embed="rId4"/>
            <a:srcRect l="23950" t="-9166" r="32769" b="65678"/>
            <a:stretch/>
          </p:blipFill>
          <p:spPr>
            <a:xfrm>
              <a:off x="1974600" y="2837520"/>
              <a:ext cx="4437720" cy="2333520"/>
            </a:xfrm>
            <a:prstGeom prst="rect">
              <a:avLst/>
            </a:prstGeom>
            <a:ln w="0">
              <a:noFill/>
            </a:ln>
          </p:spPr>
        </p:pic>
        <p:pic>
          <p:nvPicPr>
            <p:cNvPr id="213" name="Google Shape;375;p28"/>
            <p:cNvPicPr/>
            <p:nvPr/>
          </p:nvPicPr>
          <p:blipFill>
            <a:blip r:embed="rId3"/>
            <a:srcRect l="-7178" t="31024" r="83294" b="4303"/>
            <a:stretch/>
          </p:blipFill>
          <p:spPr>
            <a:xfrm rot="10800000">
              <a:off x="360" y="1018080"/>
              <a:ext cx="2939040" cy="4165920"/>
            </a:xfrm>
            <a:prstGeom prst="rect">
              <a:avLst/>
            </a:prstGeom>
            <a:ln w="0">
              <a:noFill/>
            </a:ln>
          </p:spPr>
        </p:pic>
      </p:grpSp>
      <p:grpSp>
        <p:nvGrpSpPr>
          <p:cNvPr id="214" name="Google Shape;376;p28"/>
          <p:cNvGrpSpPr/>
          <p:nvPr/>
        </p:nvGrpSpPr>
        <p:grpSpPr>
          <a:xfrm>
            <a:off x="-1811520" y="114120"/>
            <a:ext cx="7156080" cy="4943520"/>
            <a:chOff x="-1811520" y="114120"/>
            <a:chExt cx="7156080" cy="4943520"/>
          </a:xfrm>
        </p:grpSpPr>
        <p:sp>
          <p:nvSpPr>
            <p:cNvPr id="215" name="Google Shape;377;p28"/>
            <p:cNvSpPr/>
            <p:nvPr/>
          </p:nvSpPr>
          <p:spPr>
            <a:xfrm>
              <a:off x="3799440" y="470736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6" name="Google Shape;378;p28"/>
            <p:cNvSpPr/>
            <p:nvPr/>
          </p:nvSpPr>
          <p:spPr>
            <a:xfrm rot="5400000">
              <a:off x="-1811520" y="11412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17" name="PlaceHolder 1"/>
          <p:cNvSpPr>
            <a:spLocks noGrp="1"/>
          </p:cNvSpPr>
          <p:nvPr>
            <p:ph type="title"/>
          </p:nvPr>
        </p:nvSpPr>
        <p:spPr>
          <a:xfrm>
            <a:off x="1325520" y="1962000"/>
            <a:ext cx="1398600" cy="406440"/>
          </a:xfrm>
          <a:prstGeom prst="rect">
            <a:avLst/>
          </a:prstGeom>
          <a:noFill/>
          <a:ln w="0">
            <a:noFill/>
          </a:ln>
        </p:spPr>
        <p:txBody>
          <a:bodyPr lIns="91440" tIns="91440" rIns="91440" bIns="91440" anchor="ctr">
            <a:noAutofit/>
          </a:bodyPr>
          <a:lstStyle/>
          <a:p>
            <a:pPr indent="0" algn="ctr">
              <a:lnSpc>
                <a:spcPct val="100000"/>
              </a:lnSpc>
              <a:buNone/>
            </a:pPr>
            <a:r>
              <a:rPr lang="fr-FR" sz="2000" b="1" strike="noStrike" spc="-1">
                <a:solidFill>
                  <a:schemeClr val="lt1"/>
                </a:solidFill>
                <a:latin typeface="Unbounded"/>
                <a:ea typeface="Unbounded"/>
              </a:rPr>
              <a:t>xx%</a:t>
            </a:r>
            <a:endParaRPr lang="fr-FR" sz="2000" b="0" strike="noStrike" spc="-1">
              <a:solidFill>
                <a:schemeClr val="dk1"/>
              </a:solidFill>
              <a:latin typeface="Arial"/>
            </a:endParaRPr>
          </a:p>
        </p:txBody>
      </p:sp>
      <p:sp>
        <p:nvSpPr>
          <p:cNvPr id="218" name="PlaceHolder 2"/>
          <p:cNvSpPr>
            <a:spLocks noGrp="1"/>
          </p:cNvSpPr>
          <p:nvPr>
            <p:ph type="title"/>
          </p:nvPr>
        </p:nvSpPr>
        <p:spPr>
          <a:xfrm>
            <a:off x="3873240" y="1962000"/>
            <a:ext cx="1397520" cy="406440"/>
          </a:xfrm>
          <a:prstGeom prst="rect">
            <a:avLst/>
          </a:prstGeom>
          <a:noFill/>
          <a:ln w="0">
            <a:noFill/>
          </a:ln>
        </p:spPr>
        <p:txBody>
          <a:bodyPr lIns="91440" tIns="91440" rIns="91440" bIns="91440" anchor="ctr">
            <a:noAutofit/>
          </a:bodyPr>
          <a:lstStyle/>
          <a:p>
            <a:pPr indent="0" algn="ctr">
              <a:lnSpc>
                <a:spcPct val="100000"/>
              </a:lnSpc>
              <a:buNone/>
            </a:pPr>
            <a:r>
              <a:rPr lang="fr-FR" sz="2000" b="1" strike="noStrike" spc="-1">
                <a:solidFill>
                  <a:schemeClr val="lt1"/>
                </a:solidFill>
                <a:latin typeface="Unbounded"/>
                <a:ea typeface="Unbounded"/>
              </a:rPr>
              <a:t>xx%</a:t>
            </a:r>
            <a:endParaRPr lang="fr-FR" sz="2000" b="0" strike="noStrike" spc="-1">
              <a:solidFill>
                <a:schemeClr val="dk1"/>
              </a:solidFill>
              <a:latin typeface="Arial"/>
            </a:endParaRPr>
          </a:p>
        </p:txBody>
      </p:sp>
      <p:sp>
        <p:nvSpPr>
          <p:cNvPr id="219" name="PlaceHolder 3"/>
          <p:cNvSpPr>
            <a:spLocks noGrp="1"/>
          </p:cNvSpPr>
          <p:nvPr>
            <p:ph type="title"/>
          </p:nvPr>
        </p:nvSpPr>
        <p:spPr>
          <a:xfrm>
            <a:off x="6417720" y="1962000"/>
            <a:ext cx="1397520" cy="406440"/>
          </a:xfrm>
          <a:prstGeom prst="rect">
            <a:avLst/>
          </a:prstGeom>
          <a:noFill/>
          <a:ln w="0">
            <a:noFill/>
          </a:ln>
        </p:spPr>
        <p:txBody>
          <a:bodyPr lIns="91440" tIns="91440" rIns="91440" bIns="91440" anchor="ctr">
            <a:noAutofit/>
          </a:bodyPr>
          <a:lstStyle/>
          <a:p>
            <a:pPr indent="0" algn="ctr">
              <a:lnSpc>
                <a:spcPct val="100000"/>
              </a:lnSpc>
              <a:buNone/>
            </a:pPr>
            <a:r>
              <a:rPr lang="fr-FR" sz="2000" b="1" strike="noStrike" spc="-1">
                <a:solidFill>
                  <a:schemeClr val="lt1"/>
                </a:solidFill>
                <a:latin typeface="Unbounded"/>
                <a:ea typeface="Unbounded"/>
              </a:rPr>
              <a:t>xx%</a:t>
            </a:r>
            <a:endParaRPr lang="fr-FR" sz="2000" b="0" strike="noStrike" spc="-1">
              <a:solidFill>
                <a:schemeClr val="dk1"/>
              </a:solidFill>
              <a:latin typeface="Arial"/>
            </a:endParaRPr>
          </a:p>
        </p:txBody>
      </p:sp>
      <p:sp>
        <p:nvSpPr>
          <p:cNvPr id="220" name="PlaceHolder 4"/>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229" name="Google Shape;399;p30"/>
          <p:cNvGrpSpPr/>
          <p:nvPr/>
        </p:nvGrpSpPr>
        <p:grpSpPr>
          <a:xfrm>
            <a:off x="360" y="0"/>
            <a:ext cx="6656040" cy="2354400"/>
            <a:chOff x="360" y="0"/>
            <a:chExt cx="6656040" cy="2354400"/>
          </a:xfrm>
        </p:grpSpPr>
        <p:pic>
          <p:nvPicPr>
            <p:cNvPr id="230" name="Google Shape;400;p30"/>
            <p:cNvPicPr/>
            <p:nvPr/>
          </p:nvPicPr>
          <p:blipFill>
            <a:blip r:embed="rId3"/>
            <a:srcRect l="20101" t="-4417" r="24271" b="60652"/>
            <a:stretch/>
          </p:blipFill>
          <p:spPr>
            <a:xfrm rot="10800000" flipH="1">
              <a:off x="951480" y="5400"/>
              <a:ext cx="5704920" cy="2348640"/>
            </a:xfrm>
            <a:prstGeom prst="rect">
              <a:avLst/>
            </a:prstGeom>
            <a:ln w="0">
              <a:noFill/>
            </a:ln>
          </p:spPr>
        </p:pic>
        <p:pic>
          <p:nvPicPr>
            <p:cNvPr id="231" name="Google Shape;401;p30"/>
            <p:cNvPicPr/>
            <p:nvPr/>
          </p:nvPicPr>
          <p:blipFill>
            <a:blip r:embed="rId4"/>
            <a:srcRect l="4227" t="58239" r="61880" b="13981"/>
            <a:stretch/>
          </p:blipFill>
          <p:spPr>
            <a:xfrm flipH="1">
              <a:off x="360" y="0"/>
              <a:ext cx="4171320" cy="1788840"/>
            </a:xfrm>
            <a:prstGeom prst="rect">
              <a:avLst/>
            </a:prstGeom>
            <a:ln w="0">
              <a:noFill/>
            </a:ln>
          </p:spPr>
        </p:pic>
      </p:grpSp>
      <p:grpSp>
        <p:nvGrpSpPr>
          <p:cNvPr id="232" name="Google Shape;402;p30"/>
          <p:cNvGrpSpPr/>
          <p:nvPr/>
        </p:nvGrpSpPr>
        <p:grpSpPr>
          <a:xfrm>
            <a:off x="4985280" y="1694160"/>
            <a:ext cx="4171320" cy="3489840"/>
            <a:chOff x="4985280" y="1694160"/>
            <a:chExt cx="4171320" cy="3489840"/>
          </a:xfrm>
        </p:grpSpPr>
        <p:pic>
          <p:nvPicPr>
            <p:cNvPr id="233" name="Google Shape;403;p30"/>
            <p:cNvPicPr/>
            <p:nvPr/>
          </p:nvPicPr>
          <p:blipFill>
            <a:blip r:embed="rId3"/>
            <a:srcRect l="20951" t="31283" r="59272" b="6909"/>
            <a:stretch/>
          </p:blipFill>
          <p:spPr>
            <a:xfrm rot="10800000" flipH="1">
              <a:off x="7011360" y="1694160"/>
              <a:ext cx="2132280" cy="3489840"/>
            </a:xfrm>
            <a:prstGeom prst="rect">
              <a:avLst/>
            </a:prstGeom>
            <a:ln w="0">
              <a:noFill/>
            </a:ln>
          </p:spPr>
        </p:pic>
        <p:pic>
          <p:nvPicPr>
            <p:cNvPr id="234" name="Google Shape;404;p30"/>
            <p:cNvPicPr/>
            <p:nvPr/>
          </p:nvPicPr>
          <p:blipFill>
            <a:blip r:embed="rId4"/>
            <a:srcRect l="4227" t="58239" r="61880" b="13981"/>
            <a:stretch/>
          </p:blipFill>
          <p:spPr>
            <a:xfrm rot="10800000" flipH="1">
              <a:off x="4985280" y="3395160"/>
              <a:ext cx="4171320" cy="1788840"/>
            </a:xfrm>
            <a:prstGeom prst="rect">
              <a:avLst/>
            </a:prstGeom>
            <a:ln w="0">
              <a:noFill/>
            </a:ln>
          </p:spPr>
        </p:pic>
      </p:grpSp>
      <p:grpSp>
        <p:nvGrpSpPr>
          <p:cNvPr id="235" name="Google Shape;405;p30"/>
          <p:cNvGrpSpPr/>
          <p:nvPr/>
        </p:nvGrpSpPr>
        <p:grpSpPr>
          <a:xfrm>
            <a:off x="228600" y="172800"/>
            <a:ext cx="10721520" cy="5462640"/>
            <a:chOff x="228600" y="172800"/>
            <a:chExt cx="10721520" cy="5462640"/>
          </a:xfrm>
        </p:grpSpPr>
        <p:sp>
          <p:nvSpPr>
            <p:cNvPr id="236" name="Google Shape;406;p30"/>
            <p:cNvSpPr/>
            <p:nvPr/>
          </p:nvSpPr>
          <p:spPr>
            <a:xfrm flipV="1">
              <a:off x="8520840" y="1557720"/>
              <a:ext cx="2429280" cy="2428920"/>
            </a:xfrm>
            <a:custGeom>
              <a:avLst/>
              <a:gdLst>
                <a:gd name="textAreaLeft" fmla="*/ 0 w 2429280"/>
                <a:gd name="textAreaRight" fmla="*/ 2429640 w 2429280"/>
                <a:gd name="textAreaTop" fmla="*/ -360 h 2428920"/>
                <a:gd name="textAreaBottom" fmla="*/ 242892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7" name="Google Shape;407;p30"/>
            <p:cNvSpPr/>
            <p:nvPr/>
          </p:nvSpPr>
          <p:spPr>
            <a:xfrm flipV="1">
              <a:off x="3799440" y="172080"/>
              <a:ext cx="1545120" cy="350280"/>
            </a:xfrm>
            <a:custGeom>
              <a:avLst/>
              <a:gdLst>
                <a:gd name="textAreaLeft" fmla="*/ 0 w 1545120"/>
                <a:gd name="textAreaRight" fmla="*/ 1545480 w 1545120"/>
                <a:gd name="textAreaTop" fmla="*/ -360 h 350280"/>
                <a:gd name="textAreaBottom" fmla="*/ 35028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8" name="Google Shape;408;p30"/>
            <p:cNvSpPr/>
            <p:nvPr/>
          </p:nvSpPr>
          <p:spPr>
            <a:xfrm flipV="1">
              <a:off x="228600" y="4329360"/>
              <a:ext cx="745920" cy="1305720"/>
            </a:xfrm>
            <a:custGeom>
              <a:avLst/>
              <a:gdLst>
                <a:gd name="textAreaLeft" fmla="*/ 0 w 745920"/>
                <a:gd name="textAreaRight" fmla="*/ 746280 w 745920"/>
                <a:gd name="textAreaTop" fmla="*/ -360 h 1305720"/>
                <a:gd name="textAreaBottom" fmla="*/ 130572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239" name="Google Shape;36;p4"/>
          <p:cNvGrpSpPr/>
          <p:nvPr/>
        </p:nvGrpSpPr>
        <p:grpSpPr>
          <a:xfrm>
            <a:off x="0" y="-101520"/>
            <a:ext cx="9143640" cy="5285160"/>
            <a:chOff x="0" y="-101520"/>
            <a:chExt cx="9143640" cy="5285160"/>
          </a:xfrm>
        </p:grpSpPr>
        <p:grpSp>
          <p:nvGrpSpPr>
            <p:cNvPr id="240" name="Google Shape;37;p4"/>
            <p:cNvGrpSpPr/>
            <p:nvPr/>
          </p:nvGrpSpPr>
          <p:grpSpPr>
            <a:xfrm>
              <a:off x="5400000" y="0"/>
              <a:ext cx="3743640" cy="5183640"/>
              <a:chOff x="5400000" y="0"/>
              <a:chExt cx="3743640" cy="5183640"/>
            </a:xfrm>
          </p:grpSpPr>
          <p:pic>
            <p:nvPicPr>
              <p:cNvPr id="241" name="Google Shape;38;p4"/>
              <p:cNvPicPr/>
              <p:nvPr/>
            </p:nvPicPr>
            <p:blipFill>
              <a:blip r:embed="rId3"/>
              <a:srcRect t="28154" r="83008" b="11928"/>
              <a:stretch/>
            </p:blipFill>
            <p:spPr>
              <a:xfrm>
                <a:off x="7021440" y="0"/>
                <a:ext cx="2122200" cy="3918600"/>
              </a:xfrm>
              <a:prstGeom prst="rect">
                <a:avLst/>
              </a:prstGeom>
              <a:ln w="0">
                <a:noFill/>
              </a:ln>
            </p:spPr>
          </p:pic>
          <p:pic>
            <p:nvPicPr>
              <p:cNvPr id="242" name="Google Shape;39;p4"/>
              <p:cNvPicPr/>
              <p:nvPr/>
            </p:nvPicPr>
            <p:blipFill>
              <a:blip r:embed="rId4"/>
              <a:srcRect l="13257" t="4640" r="52035" b="54899"/>
              <a:stretch/>
            </p:blipFill>
            <p:spPr>
              <a:xfrm>
                <a:off x="5400000" y="2899800"/>
                <a:ext cx="3743640" cy="2283840"/>
              </a:xfrm>
              <a:prstGeom prst="rect">
                <a:avLst/>
              </a:prstGeom>
              <a:ln w="0">
                <a:noFill/>
              </a:ln>
            </p:spPr>
          </p:pic>
        </p:grpSp>
        <p:grpSp>
          <p:nvGrpSpPr>
            <p:cNvPr id="243" name="Google Shape;40;p4"/>
            <p:cNvGrpSpPr/>
            <p:nvPr/>
          </p:nvGrpSpPr>
          <p:grpSpPr>
            <a:xfrm>
              <a:off x="0" y="-101520"/>
              <a:ext cx="4437720" cy="4762080"/>
              <a:chOff x="0" y="-101520"/>
              <a:chExt cx="4437720" cy="4762080"/>
            </a:xfrm>
          </p:grpSpPr>
          <p:pic>
            <p:nvPicPr>
              <p:cNvPr id="244" name="Google Shape;41;p4"/>
              <p:cNvPicPr/>
              <p:nvPr/>
            </p:nvPicPr>
            <p:blipFill>
              <a:blip r:embed="rId4"/>
              <a:srcRect l="31146" t="56446" r="25575" b="4983"/>
              <a:stretch/>
            </p:blipFill>
            <p:spPr>
              <a:xfrm>
                <a:off x="0" y="0"/>
                <a:ext cx="4437720" cy="2069640"/>
              </a:xfrm>
              <a:prstGeom prst="rect">
                <a:avLst/>
              </a:prstGeom>
              <a:ln w="0">
                <a:noFill/>
              </a:ln>
            </p:spPr>
          </p:pic>
          <p:pic>
            <p:nvPicPr>
              <p:cNvPr id="245" name="Google Shape;42;p4"/>
              <p:cNvPicPr/>
              <p:nvPr/>
            </p:nvPicPr>
            <p:blipFill>
              <a:blip r:embed="rId3"/>
              <a:srcRect l="4614" t="2365" r="79209" b="23718"/>
              <a:stretch/>
            </p:blipFill>
            <p:spPr>
              <a:xfrm rot="10800000">
                <a:off x="360" y="-101520"/>
                <a:ext cx="1989720" cy="4762080"/>
              </a:xfrm>
              <a:prstGeom prst="rect">
                <a:avLst/>
              </a:prstGeom>
              <a:ln w="0">
                <a:noFill/>
              </a:ln>
            </p:spPr>
          </p:pic>
        </p:grpSp>
      </p:grpSp>
      <p:sp>
        <p:nvSpPr>
          <p:cNvPr id="24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247" name="PlaceHolder 2"/>
          <p:cNvSpPr>
            <a:spLocks noGrp="1"/>
          </p:cNvSpPr>
          <p:nvPr>
            <p:ph type="body"/>
          </p:nvPr>
        </p:nvSpPr>
        <p:spPr>
          <a:xfrm>
            <a:off x="720000" y="1136880"/>
            <a:ext cx="7703640" cy="35352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2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2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2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2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2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200" b="0" strike="noStrike" spc="-1">
                <a:solidFill>
                  <a:srgbClr val="000000"/>
                </a:solidFill>
                <a:latin typeface="Arial"/>
              </a:rPr>
              <a:t>Seventh Outline Level</a:t>
            </a:r>
          </a:p>
        </p:txBody>
      </p:sp>
      <p:grpSp>
        <p:nvGrpSpPr>
          <p:cNvPr id="248" name="Google Shape;45;p4"/>
          <p:cNvGrpSpPr/>
          <p:nvPr/>
        </p:nvGrpSpPr>
        <p:grpSpPr>
          <a:xfrm>
            <a:off x="-1946520" y="-570240"/>
            <a:ext cx="10978560" cy="5713200"/>
            <a:chOff x="-1946520" y="-570240"/>
            <a:chExt cx="10978560" cy="5713200"/>
          </a:xfrm>
        </p:grpSpPr>
        <p:sp>
          <p:nvSpPr>
            <p:cNvPr id="249" name="Google Shape;46;p4"/>
            <p:cNvSpPr/>
            <p:nvPr/>
          </p:nvSpPr>
          <p:spPr>
            <a:xfrm rot="5400000">
              <a:off x="-1946520" y="271368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0" name="Google Shape;47;p4"/>
            <p:cNvSpPr/>
            <p:nvPr/>
          </p:nvSpPr>
          <p:spPr>
            <a:xfrm>
              <a:off x="8286120" y="-57024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1" name="Google Shape;48;p4"/>
            <p:cNvSpPr/>
            <p:nvPr/>
          </p:nvSpPr>
          <p:spPr>
            <a:xfrm>
              <a:off x="8481600" y="43214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254" name="Google Shape;410;p31"/>
          <p:cNvGrpSpPr/>
          <p:nvPr/>
        </p:nvGrpSpPr>
        <p:grpSpPr>
          <a:xfrm>
            <a:off x="3837240" y="604800"/>
            <a:ext cx="5306400" cy="4524120"/>
            <a:chOff x="3837240" y="604800"/>
            <a:chExt cx="5306400" cy="4524120"/>
          </a:xfrm>
        </p:grpSpPr>
        <p:pic>
          <p:nvPicPr>
            <p:cNvPr id="255" name="Google Shape;411;p31"/>
            <p:cNvPicPr/>
            <p:nvPr/>
          </p:nvPicPr>
          <p:blipFill>
            <a:blip r:embed="rId3"/>
            <a:srcRect l="5320" t="20041" r="76003" b="10779"/>
            <a:stretch/>
          </p:blipFill>
          <p:spPr>
            <a:xfrm rot="10800000" flipH="1">
              <a:off x="6810840" y="604800"/>
              <a:ext cx="2332800" cy="4524120"/>
            </a:xfrm>
            <a:prstGeom prst="rect">
              <a:avLst/>
            </a:prstGeom>
            <a:ln w="0">
              <a:noFill/>
            </a:ln>
          </p:spPr>
        </p:pic>
        <p:pic>
          <p:nvPicPr>
            <p:cNvPr id="256" name="Google Shape;412;p31"/>
            <p:cNvPicPr/>
            <p:nvPr/>
          </p:nvPicPr>
          <p:blipFill>
            <a:blip r:embed="rId4"/>
            <a:srcRect l="28192" t="61946" r="22617" b="-2401"/>
            <a:stretch/>
          </p:blipFill>
          <p:spPr>
            <a:xfrm rot="10800000" flipH="1">
              <a:off x="3837240" y="2844720"/>
              <a:ext cx="5306400" cy="2283840"/>
            </a:xfrm>
            <a:prstGeom prst="rect">
              <a:avLst/>
            </a:prstGeom>
            <a:ln w="0">
              <a:noFill/>
            </a:ln>
          </p:spPr>
        </p:pic>
      </p:grpSp>
      <p:grpSp>
        <p:nvGrpSpPr>
          <p:cNvPr id="257" name="Google Shape;413;p31"/>
          <p:cNvGrpSpPr/>
          <p:nvPr/>
        </p:nvGrpSpPr>
        <p:grpSpPr>
          <a:xfrm>
            <a:off x="0" y="-55080"/>
            <a:ext cx="4437720" cy="4165920"/>
            <a:chOff x="0" y="-55080"/>
            <a:chExt cx="4437720" cy="4165920"/>
          </a:xfrm>
        </p:grpSpPr>
        <p:pic>
          <p:nvPicPr>
            <p:cNvPr id="258" name="Google Shape;414;p31"/>
            <p:cNvPicPr/>
            <p:nvPr/>
          </p:nvPicPr>
          <p:blipFill>
            <a:blip r:embed="rId4"/>
            <a:srcRect l="35370" t="5164" r="21351" b="51348"/>
            <a:stretch/>
          </p:blipFill>
          <p:spPr>
            <a:xfrm rot="10800000" flipH="1">
              <a:off x="0" y="-14040"/>
              <a:ext cx="4437720" cy="2333520"/>
            </a:xfrm>
            <a:prstGeom prst="rect">
              <a:avLst/>
            </a:prstGeom>
            <a:ln w="0">
              <a:noFill/>
            </a:ln>
          </p:spPr>
        </p:pic>
        <p:pic>
          <p:nvPicPr>
            <p:cNvPr id="259" name="Google Shape;415;p31"/>
            <p:cNvPicPr/>
            <p:nvPr/>
          </p:nvPicPr>
          <p:blipFill>
            <a:blip r:embed="rId3"/>
            <a:srcRect t="21588" r="76117" b="13746"/>
            <a:stretch/>
          </p:blipFill>
          <p:spPr>
            <a:xfrm flipH="1">
              <a:off x="360" y="-55080"/>
              <a:ext cx="2939040" cy="4165920"/>
            </a:xfrm>
            <a:prstGeom prst="rect">
              <a:avLst/>
            </a:prstGeom>
            <a:ln w="0">
              <a:noFill/>
            </a:ln>
          </p:spPr>
        </p:pic>
      </p:grpSp>
      <p:grpSp>
        <p:nvGrpSpPr>
          <p:cNvPr id="260" name="Google Shape;416;p31"/>
          <p:cNvGrpSpPr/>
          <p:nvPr/>
        </p:nvGrpSpPr>
        <p:grpSpPr>
          <a:xfrm>
            <a:off x="-308520" y="-307800"/>
            <a:ext cx="9012240" cy="5212800"/>
            <a:chOff x="-308520" y="-307800"/>
            <a:chExt cx="9012240" cy="5212800"/>
          </a:xfrm>
        </p:grpSpPr>
        <p:grpSp>
          <p:nvGrpSpPr>
            <p:cNvPr id="261" name="Google Shape;417;p31"/>
            <p:cNvGrpSpPr/>
            <p:nvPr/>
          </p:nvGrpSpPr>
          <p:grpSpPr>
            <a:xfrm>
              <a:off x="437760" y="-307800"/>
              <a:ext cx="8265960" cy="1305720"/>
              <a:chOff x="437760" y="-307800"/>
              <a:chExt cx="8265960" cy="1305720"/>
            </a:xfrm>
          </p:grpSpPr>
          <p:sp>
            <p:nvSpPr>
              <p:cNvPr id="262" name="Google Shape;418;p31"/>
              <p:cNvSpPr/>
              <p:nvPr/>
            </p:nvSpPr>
            <p:spPr>
              <a:xfrm flipV="1">
                <a:off x="7957800" y="-308160"/>
                <a:ext cx="745920" cy="1305720"/>
              </a:xfrm>
              <a:custGeom>
                <a:avLst/>
                <a:gdLst>
                  <a:gd name="textAreaLeft" fmla="*/ 0 w 745920"/>
                  <a:gd name="textAreaRight" fmla="*/ 746280 w 745920"/>
                  <a:gd name="textAreaTop" fmla="*/ -360 h 1305720"/>
                  <a:gd name="textAreaBottom" fmla="*/ 130572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3" name="Google Shape;419;p31"/>
              <p:cNvSpPr/>
              <p:nvPr/>
            </p:nvSpPr>
            <p:spPr>
              <a:xfrm flipV="1">
                <a:off x="437760" y="241920"/>
                <a:ext cx="550440" cy="564480"/>
              </a:xfrm>
              <a:custGeom>
                <a:avLst/>
                <a:gdLst>
                  <a:gd name="textAreaLeft" fmla="*/ 0 w 550440"/>
                  <a:gd name="textAreaRight" fmla="*/ 550800 w 550440"/>
                  <a:gd name="textAreaTop" fmla="*/ 360 h 564480"/>
                  <a:gd name="textAreaBottom" fmla="*/ 56520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
          <p:nvSpPr>
            <p:cNvPr id="264" name="Google Shape;420;p31"/>
            <p:cNvSpPr/>
            <p:nvPr/>
          </p:nvSpPr>
          <p:spPr>
            <a:xfrm>
              <a:off x="-308520" y="388692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65" name="Google Shape;421;p31"/>
          <p:cNvGrpSpPr/>
          <p:nvPr/>
        </p:nvGrpSpPr>
        <p:grpSpPr>
          <a:xfrm>
            <a:off x="7668360" y="3984120"/>
            <a:ext cx="1159200" cy="793080"/>
            <a:chOff x="7668360" y="3984120"/>
            <a:chExt cx="1159200" cy="793080"/>
          </a:xfrm>
        </p:grpSpPr>
        <p:cxnSp>
          <p:nvCxnSpPr>
            <p:cNvPr id="266" name="Google Shape;422;p31"/>
            <p:cNvCxnSpPr/>
            <p:nvPr/>
          </p:nvCxnSpPr>
          <p:spPr>
            <a:xfrm>
              <a:off x="7668360" y="4100040"/>
              <a:ext cx="1159560" cy="677520"/>
            </a:xfrm>
            <a:prstGeom prst="straightConnector1">
              <a:avLst/>
            </a:prstGeom>
            <a:ln w="38100">
              <a:solidFill>
                <a:srgbClr val="7E4FCF"/>
              </a:solidFill>
              <a:round/>
            </a:ln>
          </p:spPr>
        </p:cxnSp>
        <p:cxnSp>
          <p:nvCxnSpPr>
            <p:cNvPr id="267" name="Google Shape;423;p31"/>
            <p:cNvCxnSpPr/>
            <p:nvPr/>
          </p:nvCxnSpPr>
          <p:spPr>
            <a:xfrm>
              <a:off x="7678080" y="4111560"/>
              <a:ext cx="115560" cy="394200"/>
            </a:xfrm>
            <a:prstGeom prst="straightConnector1">
              <a:avLst/>
            </a:prstGeom>
            <a:ln w="38100">
              <a:solidFill>
                <a:srgbClr val="7E4FCF"/>
              </a:solidFill>
              <a:round/>
            </a:ln>
          </p:spPr>
        </p:cxnSp>
        <p:cxnSp>
          <p:nvCxnSpPr>
            <p:cNvPr id="268" name="Google Shape;424;p31"/>
            <p:cNvCxnSpPr/>
            <p:nvPr/>
          </p:nvCxnSpPr>
          <p:spPr>
            <a:xfrm flipV="1">
              <a:off x="7683480" y="3984120"/>
              <a:ext cx="417240" cy="118800"/>
            </a:xfrm>
            <a:prstGeom prst="straightConnector1">
              <a:avLst/>
            </a:prstGeom>
            <a:ln w="38100">
              <a:solidFill>
                <a:srgbClr val="7E4FCF"/>
              </a:solidFill>
              <a:round/>
            </a:ln>
          </p:spPr>
        </p:cxnSp>
      </p:grpSp>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269" name="Google Shape;50;p5"/>
          <p:cNvGrpSpPr/>
          <p:nvPr/>
        </p:nvGrpSpPr>
        <p:grpSpPr>
          <a:xfrm>
            <a:off x="360" y="360"/>
            <a:ext cx="9143280" cy="5183640"/>
            <a:chOff x="360" y="360"/>
            <a:chExt cx="9143280" cy="5183640"/>
          </a:xfrm>
        </p:grpSpPr>
        <p:grpSp>
          <p:nvGrpSpPr>
            <p:cNvPr id="270" name="Google Shape;51;p5"/>
            <p:cNvGrpSpPr/>
            <p:nvPr/>
          </p:nvGrpSpPr>
          <p:grpSpPr>
            <a:xfrm>
              <a:off x="6413040" y="360"/>
              <a:ext cx="2730600" cy="5143320"/>
              <a:chOff x="6413040" y="360"/>
              <a:chExt cx="2730600" cy="5143320"/>
            </a:xfrm>
          </p:grpSpPr>
          <p:pic>
            <p:nvPicPr>
              <p:cNvPr id="271" name="Google Shape;52;p5"/>
              <p:cNvPicPr/>
              <p:nvPr/>
            </p:nvPicPr>
            <p:blipFill>
              <a:blip r:embed="rId3"/>
              <a:srcRect t="24398" r="79395" b="13379"/>
              <a:stretch/>
            </p:blipFill>
            <p:spPr>
              <a:xfrm rot="10800000" flipH="1">
                <a:off x="6569640" y="360"/>
                <a:ext cx="2574000" cy="4069080"/>
              </a:xfrm>
              <a:prstGeom prst="rect">
                <a:avLst/>
              </a:prstGeom>
              <a:ln w="0">
                <a:noFill/>
              </a:ln>
            </p:spPr>
          </p:pic>
          <p:pic>
            <p:nvPicPr>
              <p:cNvPr id="272" name="Google Shape;53;p5"/>
              <p:cNvPicPr/>
              <p:nvPr/>
            </p:nvPicPr>
            <p:blipFill>
              <a:blip r:embed="rId4"/>
              <a:srcRect l="18441" t="35658" r="56236" b="-7734"/>
              <a:stretch/>
            </p:blipFill>
            <p:spPr>
              <a:xfrm rot="10800000" flipH="1">
                <a:off x="6413040" y="1074600"/>
                <a:ext cx="2730600" cy="4069080"/>
              </a:xfrm>
              <a:prstGeom prst="rect">
                <a:avLst/>
              </a:prstGeom>
              <a:ln w="0">
                <a:noFill/>
              </a:ln>
            </p:spPr>
          </p:pic>
        </p:grpSp>
        <p:grpSp>
          <p:nvGrpSpPr>
            <p:cNvPr id="273" name="Google Shape;54;p5"/>
            <p:cNvGrpSpPr/>
            <p:nvPr/>
          </p:nvGrpSpPr>
          <p:grpSpPr>
            <a:xfrm>
              <a:off x="360" y="1018080"/>
              <a:ext cx="6411960" cy="4165920"/>
              <a:chOff x="360" y="1018080"/>
              <a:chExt cx="6411960" cy="4165920"/>
            </a:xfrm>
          </p:grpSpPr>
          <p:pic>
            <p:nvPicPr>
              <p:cNvPr id="274" name="Google Shape;55;p5"/>
              <p:cNvPicPr/>
              <p:nvPr/>
            </p:nvPicPr>
            <p:blipFill>
              <a:blip r:embed="rId4"/>
              <a:srcRect l="23950" t="-9166" r="32769" b="65678"/>
              <a:stretch/>
            </p:blipFill>
            <p:spPr>
              <a:xfrm>
                <a:off x="1974600" y="2837520"/>
                <a:ext cx="4437720" cy="2333520"/>
              </a:xfrm>
              <a:prstGeom prst="rect">
                <a:avLst/>
              </a:prstGeom>
              <a:ln w="0">
                <a:noFill/>
              </a:ln>
            </p:spPr>
          </p:pic>
          <p:pic>
            <p:nvPicPr>
              <p:cNvPr id="275" name="Google Shape;56;p5"/>
              <p:cNvPicPr/>
              <p:nvPr/>
            </p:nvPicPr>
            <p:blipFill>
              <a:blip r:embed="rId3"/>
              <a:srcRect l="-7178" t="31024" r="83294" b="4303"/>
              <a:stretch/>
            </p:blipFill>
            <p:spPr>
              <a:xfrm rot="10800000">
                <a:off x="360" y="1018080"/>
                <a:ext cx="2939040" cy="4165920"/>
              </a:xfrm>
              <a:prstGeom prst="rect">
                <a:avLst/>
              </a:prstGeom>
              <a:ln w="0">
                <a:noFill/>
              </a:ln>
            </p:spPr>
          </p:pic>
        </p:grpSp>
      </p:grpSp>
      <p:grpSp>
        <p:nvGrpSpPr>
          <p:cNvPr id="276" name="Google Shape;57;p5"/>
          <p:cNvGrpSpPr/>
          <p:nvPr/>
        </p:nvGrpSpPr>
        <p:grpSpPr>
          <a:xfrm>
            <a:off x="-1811520" y="114120"/>
            <a:ext cx="7156080" cy="4943520"/>
            <a:chOff x="-1811520" y="114120"/>
            <a:chExt cx="7156080" cy="4943520"/>
          </a:xfrm>
        </p:grpSpPr>
        <p:sp>
          <p:nvSpPr>
            <p:cNvPr id="277" name="Google Shape;58;p5"/>
            <p:cNvSpPr/>
            <p:nvPr/>
          </p:nvSpPr>
          <p:spPr>
            <a:xfrm>
              <a:off x="3799440" y="470736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78" name="Google Shape;59;p5"/>
            <p:cNvSpPr/>
            <p:nvPr/>
          </p:nvSpPr>
          <p:spPr>
            <a:xfrm rot="5400000">
              <a:off x="-1811520" y="11412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7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283" name="Google Shape;66;p6"/>
          <p:cNvGrpSpPr/>
          <p:nvPr/>
        </p:nvGrpSpPr>
        <p:grpSpPr>
          <a:xfrm>
            <a:off x="0" y="0"/>
            <a:ext cx="9143640" cy="5184000"/>
            <a:chOff x="0" y="0"/>
            <a:chExt cx="9143640" cy="5184000"/>
          </a:xfrm>
        </p:grpSpPr>
        <p:grpSp>
          <p:nvGrpSpPr>
            <p:cNvPr id="284" name="Google Shape;67;p6"/>
            <p:cNvGrpSpPr/>
            <p:nvPr/>
          </p:nvGrpSpPr>
          <p:grpSpPr>
            <a:xfrm>
              <a:off x="2674080" y="0"/>
              <a:ext cx="6469560" cy="2171880"/>
              <a:chOff x="2674080" y="0"/>
              <a:chExt cx="6469560" cy="2171880"/>
            </a:xfrm>
          </p:grpSpPr>
          <p:pic>
            <p:nvPicPr>
              <p:cNvPr id="285" name="Google Shape;68;p6"/>
              <p:cNvPicPr/>
              <p:nvPr/>
            </p:nvPicPr>
            <p:blipFill>
              <a:blip r:embed="rId3"/>
              <a:srcRect l="7150" t="55778" r="54598" b="11001"/>
              <a:stretch/>
            </p:blipFill>
            <p:spPr>
              <a:xfrm>
                <a:off x="2674080" y="0"/>
                <a:ext cx="4780080" cy="2171880"/>
              </a:xfrm>
              <a:prstGeom prst="rect">
                <a:avLst/>
              </a:prstGeom>
              <a:ln w="0">
                <a:noFill/>
              </a:ln>
            </p:spPr>
          </p:pic>
          <p:pic>
            <p:nvPicPr>
              <p:cNvPr id="286" name="Google Shape;69;p6"/>
              <p:cNvPicPr/>
              <p:nvPr/>
            </p:nvPicPr>
            <p:blipFill>
              <a:blip r:embed="rId4"/>
              <a:srcRect l="22791" t="61038" r="30983" b="7330"/>
              <a:stretch/>
            </p:blipFill>
            <p:spPr>
              <a:xfrm>
                <a:off x="4157280" y="0"/>
                <a:ext cx="4986360" cy="1785240"/>
              </a:xfrm>
              <a:prstGeom prst="rect">
                <a:avLst/>
              </a:prstGeom>
              <a:ln w="0">
                <a:noFill/>
              </a:ln>
            </p:spPr>
          </p:pic>
        </p:grpSp>
        <p:grpSp>
          <p:nvGrpSpPr>
            <p:cNvPr id="287" name="Google Shape;70;p6"/>
            <p:cNvGrpSpPr/>
            <p:nvPr/>
          </p:nvGrpSpPr>
          <p:grpSpPr>
            <a:xfrm>
              <a:off x="0" y="1018080"/>
              <a:ext cx="4437720" cy="4165920"/>
              <a:chOff x="0" y="1018080"/>
              <a:chExt cx="4437720" cy="4165920"/>
            </a:xfrm>
          </p:grpSpPr>
          <p:pic>
            <p:nvPicPr>
              <p:cNvPr id="288" name="Google Shape;71;p6"/>
              <p:cNvPicPr/>
              <p:nvPr/>
            </p:nvPicPr>
            <p:blipFill>
              <a:blip r:embed="rId4"/>
              <a:srcRect l="36970" t="-1818" r="19751" b="58329"/>
              <a:stretch/>
            </p:blipFill>
            <p:spPr>
              <a:xfrm>
                <a:off x="0" y="2809440"/>
                <a:ext cx="4437720" cy="2333520"/>
              </a:xfrm>
              <a:prstGeom prst="rect">
                <a:avLst/>
              </a:prstGeom>
              <a:ln w="0">
                <a:noFill/>
              </a:ln>
            </p:spPr>
          </p:pic>
          <p:pic>
            <p:nvPicPr>
              <p:cNvPr id="289" name="Google Shape;72;p6"/>
              <p:cNvPicPr/>
              <p:nvPr/>
            </p:nvPicPr>
            <p:blipFill>
              <a:blip r:embed="rId3"/>
              <a:srcRect l="-2472" t="21407" r="78589" b="13926"/>
              <a:stretch/>
            </p:blipFill>
            <p:spPr>
              <a:xfrm rot="10800000">
                <a:off x="360" y="1018080"/>
                <a:ext cx="2939040" cy="4165920"/>
              </a:xfrm>
              <a:prstGeom prst="rect">
                <a:avLst/>
              </a:prstGeom>
              <a:ln w="0">
                <a:noFill/>
              </a:ln>
            </p:spPr>
          </p:pic>
        </p:grpSp>
      </p:grpSp>
      <p:sp>
        <p:nvSpPr>
          <p:cNvPr id="29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grpSp>
        <p:nvGrpSpPr>
          <p:cNvPr id="291" name="Google Shape;74;p6"/>
          <p:cNvGrpSpPr/>
          <p:nvPr/>
        </p:nvGrpSpPr>
        <p:grpSpPr>
          <a:xfrm>
            <a:off x="-280080" y="257040"/>
            <a:ext cx="9815400" cy="4780440"/>
            <a:chOff x="-280080" y="257040"/>
            <a:chExt cx="9815400" cy="4780440"/>
          </a:xfrm>
        </p:grpSpPr>
        <p:sp>
          <p:nvSpPr>
            <p:cNvPr id="292" name="Google Shape;75;p6"/>
            <p:cNvSpPr/>
            <p:nvPr/>
          </p:nvSpPr>
          <p:spPr>
            <a:xfrm>
              <a:off x="-280080" y="373176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3" name="Google Shape;76;p6"/>
            <p:cNvSpPr/>
            <p:nvPr/>
          </p:nvSpPr>
          <p:spPr>
            <a:xfrm>
              <a:off x="8514000" y="387540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4" name="Google Shape;77;p6"/>
            <p:cNvSpPr/>
            <p:nvPr/>
          </p:nvSpPr>
          <p:spPr>
            <a:xfrm>
              <a:off x="8291520" y="2570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grpSp>
        <p:nvGrpSpPr>
          <p:cNvPr id="296" name="Google Shape;79;p7"/>
          <p:cNvGrpSpPr/>
          <p:nvPr/>
        </p:nvGrpSpPr>
        <p:grpSpPr>
          <a:xfrm>
            <a:off x="0" y="0"/>
            <a:ext cx="9144000" cy="5143680"/>
            <a:chOff x="0" y="0"/>
            <a:chExt cx="9144000" cy="5143680"/>
          </a:xfrm>
        </p:grpSpPr>
        <p:grpSp>
          <p:nvGrpSpPr>
            <p:cNvPr id="297" name="Google Shape;80;p7"/>
            <p:cNvGrpSpPr/>
            <p:nvPr/>
          </p:nvGrpSpPr>
          <p:grpSpPr>
            <a:xfrm>
              <a:off x="5048640" y="0"/>
              <a:ext cx="4095360" cy="5142960"/>
              <a:chOff x="5048640" y="0"/>
              <a:chExt cx="4095360" cy="5142960"/>
            </a:xfrm>
          </p:grpSpPr>
          <p:pic>
            <p:nvPicPr>
              <p:cNvPr id="298" name="Google Shape;81;p7"/>
              <p:cNvPicPr/>
              <p:nvPr/>
            </p:nvPicPr>
            <p:blipFill>
              <a:blip r:embed="rId3"/>
              <a:srcRect l="5247" t="15708" r="79654" b="36603"/>
              <a:stretch/>
            </p:blipFill>
            <p:spPr>
              <a:xfrm>
                <a:off x="7258680" y="2024280"/>
                <a:ext cx="1885320" cy="3118680"/>
              </a:xfrm>
              <a:prstGeom prst="rect">
                <a:avLst/>
              </a:prstGeom>
              <a:ln w="0">
                <a:noFill/>
              </a:ln>
            </p:spPr>
          </p:pic>
          <p:pic>
            <p:nvPicPr>
              <p:cNvPr id="299" name="Google Shape;82;p7"/>
              <p:cNvPicPr/>
              <p:nvPr/>
            </p:nvPicPr>
            <p:blipFill>
              <a:blip r:embed="rId4"/>
              <a:srcRect l="20769" t="56241" r="41266" b="11609"/>
              <a:stretch/>
            </p:blipFill>
            <p:spPr>
              <a:xfrm>
                <a:off x="5048640" y="0"/>
                <a:ext cx="4095000" cy="1814400"/>
              </a:xfrm>
              <a:prstGeom prst="rect">
                <a:avLst/>
              </a:prstGeom>
              <a:ln w="0">
                <a:noFill/>
              </a:ln>
            </p:spPr>
          </p:pic>
        </p:grpSp>
        <p:grpSp>
          <p:nvGrpSpPr>
            <p:cNvPr id="300" name="Google Shape;83;p7"/>
            <p:cNvGrpSpPr/>
            <p:nvPr/>
          </p:nvGrpSpPr>
          <p:grpSpPr>
            <a:xfrm>
              <a:off x="0" y="767160"/>
              <a:ext cx="2939400" cy="4376520"/>
              <a:chOff x="0" y="767160"/>
              <a:chExt cx="2939400" cy="4376520"/>
            </a:xfrm>
          </p:grpSpPr>
          <p:pic>
            <p:nvPicPr>
              <p:cNvPr id="301" name="Google Shape;84;p7"/>
              <p:cNvPicPr/>
              <p:nvPr/>
            </p:nvPicPr>
            <p:blipFill>
              <a:blip r:embed="rId4"/>
              <a:srcRect l="54312" t="9226" r="30044" b="9238"/>
              <a:stretch/>
            </p:blipFill>
            <p:spPr>
              <a:xfrm>
                <a:off x="0" y="767160"/>
                <a:ext cx="1603080" cy="4376160"/>
              </a:xfrm>
              <a:prstGeom prst="rect">
                <a:avLst/>
              </a:prstGeom>
              <a:ln w="0">
                <a:noFill/>
              </a:ln>
            </p:spPr>
          </p:pic>
          <p:pic>
            <p:nvPicPr>
              <p:cNvPr id="302" name="Google Shape;85;p7"/>
              <p:cNvPicPr/>
              <p:nvPr/>
            </p:nvPicPr>
            <p:blipFill>
              <a:blip r:embed="rId3"/>
              <a:srcRect l="5068" t="61122" r="71049" b="-9575"/>
              <a:stretch/>
            </p:blipFill>
            <p:spPr>
              <a:xfrm rot="10800000">
                <a:off x="360" y="2022480"/>
                <a:ext cx="2939040" cy="3121200"/>
              </a:xfrm>
              <a:prstGeom prst="rect">
                <a:avLst/>
              </a:prstGeom>
              <a:ln w="0">
                <a:noFill/>
              </a:ln>
            </p:spPr>
          </p:pic>
        </p:grpSp>
      </p:grpSp>
      <p:sp>
        <p:nvSpPr>
          <p:cNvPr id="303" name="PlaceHolder 1"/>
          <p:cNvSpPr>
            <a:spLocks noGrp="1"/>
          </p:cNvSpPr>
          <p:nvPr>
            <p:ph type="title"/>
          </p:nvPr>
        </p:nvSpPr>
        <p:spPr>
          <a:xfrm>
            <a:off x="720000" y="444960"/>
            <a:ext cx="7710480" cy="572400"/>
          </a:xfrm>
          <a:prstGeom prst="rect">
            <a:avLst/>
          </a:prstGeom>
          <a:noFill/>
          <a:ln w="0">
            <a:noFill/>
          </a:ln>
        </p:spPr>
        <p:txBody>
          <a:bodyPr lIns="91440" tIns="91440" rIns="91440" bIns="91440" anchor="t">
            <a:noAutofit/>
          </a:bodyPr>
          <a:lstStyle/>
          <a:p>
            <a:pPr indent="0">
              <a:buNone/>
            </a:pPr>
            <a:r>
              <a:rPr lang="fr-FR" sz="2900" b="0" strike="noStrike" spc="-1">
                <a:solidFill>
                  <a:schemeClr val="dk1"/>
                </a:solidFill>
                <a:latin typeface="Arial"/>
              </a:rPr>
              <a:t>Click to edit the title text format</a:t>
            </a:r>
          </a:p>
        </p:txBody>
      </p:sp>
      <p:grpSp>
        <p:nvGrpSpPr>
          <p:cNvPr id="304" name="Google Shape;88;p7"/>
          <p:cNvGrpSpPr/>
          <p:nvPr/>
        </p:nvGrpSpPr>
        <p:grpSpPr>
          <a:xfrm>
            <a:off x="169200" y="-573480"/>
            <a:ext cx="8841960" cy="6137640"/>
            <a:chOff x="169200" y="-573480"/>
            <a:chExt cx="8841960" cy="6137640"/>
          </a:xfrm>
        </p:grpSpPr>
        <p:sp>
          <p:nvSpPr>
            <p:cNvPr id="305" name="Google Shape;89;p7"/>
            <p:cNvSpPr/>
            <p:nvPr/>
          </p:nvSpPr>
          <p:spPr>
            <a:xfrm>
              <a:off x="8057520" y="425844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6" name="Google Shape;90;p7"/>
            <p:cNvSpPr/>
            <p:nvPr/>
          </p:nvSpPr>
          <p:spPr>
            <a:xfrm>
              <a:off x="7989840" y="-57348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7" name="Google Shape;91;p7"/>
            <p:cNvSpPr/>
            <p:nvPr/>
          </p:nvSpPr>
          <p:spPr>
            <a:xfrm>
              <a:off x="169200" y="13248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308" name="PlaceHolder 1"/>
          <p:cNvSpPr>
            <a:spLocks noGrp="1"/>
          </p:cNvSpPr>
          <p:nvPr>
            <p:ph type="title"/>
          </p:nvPr>
        </p:nvSpPr>
        <p:spPr>
          <a:xfrm>
            <a:off x="1969200" y="1685160"/>
            <a:ext cx="5204880" cy="2077920"/>
          </a:xfrm>
          <a:prstGeom prst="rect">
            <a:avLst/>
          </a:prstGeom>
          <a:noFill/>
          <a:ln w="0">
            <a:noFill/>
          </a:ln>
        </p:spPr>
        <p:txBody>
          <a:bodyPr lIns="91440" tIns="91440" rIns="91440" bIns="91440" anchor="ctr">
            <a:noAutofit/>
          </a:bodyPr>
          <a:lstStyle/>
          <a:p>
            <a:pPr indent="0">
              <a:buNone/>
            </a:pPr>
            <a:r>
              <a:rPr lang="fr-FR" sz="6000" b="0" strike="noStrike" spc="-1">
                <a:solidFill>
                  <a:schemeClr val="dk1"/>
                </a:solidFill>
                <a:latin typeface="Arial"/>
              </a:rPr>
              <a:t>Click to edit the title text format</a:t>
            </a:r>
          </a:p>
        </p:txBody>
      </p:sp>
      <p:grpSp>
        <p:nvGrpSpPr>
          <p:cNvPr id="309" name="Google Shape;94;p8"/>
          <p:cNvGrpSpPr/>
          <p:nvPr/>
        </p:nvGrpSpPr>
        <p:grpSpPr>
          <a:xfrm>
            <a:off x="0" y="0"/>
            <a:ext cx="9143640" cy="5184000"/>
            <a:chOff x="0" y="0"/>
            <a:chExt cx="9143640" cy="5184000"/>
          </a:xfrm>
        </p:grpSpPr>
        <p:grpSp>
          <p:nvGrpSpPr>
            <p:cNvPr id="310" name="Google Shape;95;p8"/>
            <p:cNvGrpSpPr/>
            <p:nvPr/>
          </p:nvGrpSpPr>
          <p:grpSpPr>
            <a:xfrm>
              <a:off x="0" y="0"/>
              <a:ext cx="9143640" cy="3918600"/>
              <a:chOff x="0" y="0"/>
              <a:chExt cx="9143640" cy="3918600"/>
            </a:xfrm>
          </p:grpSpPr>
          <p:pic>
            <p:nvPicPr>
              <p:cNvPr id="311" name="Google Shape;96;p8"/>
              <p:cNvPicPr/>
              <p:nvPr/>
            </p:nvPicPr>
            <p:blipFill>
              <a:blip r:embed="rId3"/>
              <a:srcRect l="-1033" t="37313" r="79191" b="16857"/>
              <a:stretch/>
            </p:blipFill>
            <p:spPr>
              <a:xfrm>
                <a:off x="6204600" y="0"/>
                <a:ext cx="2939040" cy="3918600"/>
              </a:xfrm>
              <a:prstGeom prst="rect">
                <a:avLst/>
              </a:prstGeom>
              <a:ln w="0">
                <a:noFill/>
              </a:ln>
            </p:spPr>
          </p:pic>
          <p:pic>
            <p:nvPicPr>
              <p:cNvPr id="312" name="Google Shape;97;p8"/>
              <p:cNvPicPr/>
              <p:nvPr/>
            </p:nvPicPr>
            <p:blipFill>
              <a:blip r:embed="rId4"/>
              <a:srcRect l="32806" t="59539" r="33978"/>
              <a:stretch/>
            </p:blipFill>
            <p:spPr>
              <a:xfrm>
                <a:off x="0" y="0"/>
                <a:ext cx="4896360" cy="2283840"/>
              </a:xfrm>
              <a:prstGeom prst="rect">
                <a:avLst/>
              </a:prstGeom>
              <a:ln w="0">
                <a:noFill/>
              </a:ln>
            </p:spPr>
          </p:pic>
        </p:grpSp>
        <p:grpSp>
          <p:nvGrpSpPr>
            <p:cNvPr id="313" name="Google Shape;98;p8"/>
            <p:cNvGrpSpPr/>
            <p:nvPr/>
          </p:nvGrpSpPr>
          <p:grpSpPr>
            <a:xfrm>
              <a:off x="0" y="1018080"/>
              <a:ext cx="4437720" cy="4165920"/>
              <a:chOff x="0" y="1018080"/>
              <a:chExt cx="4437720" cy="4165920"/>
            </a:xfrm>
          </p:grpSpPr>
          <p:pic>
            <p:nvPicPr>
              <p:cNvPr id="314" name="Google Shape;99;p8"/>
              <p:cNvPicPr/>
              <p:nvPr/>
            </p:nvPicPr>
            <p:blipFill>
              <a:blip r:embed="rId4"/>
              <a:srcRect l="35370" t="5164" r="21351" b="51348"/>
              <a:stretch/>
            </p:blipFill>
            <p:spPr>
              <a:xfrm>
                <a:off x="0" y="2809440"/>
                <a:ext cx="4437720" cy="2333520"/>
              </a:xfrm>
              <a:prstGeom prst="rect">
                <a:avLst/>
              </a:prstGeom>
              <a:ln w="0">
                <a:noFill/>
              </a:ln>
            </p:spPr>
          </p:pic>
          <p:pic>
            <p:nvPicPr>
              <p:cNvPr id="315" name="Google Shape;100;p8"/>
              <p:cNvPicPr/>
              <p:nvPr/>
            </p:nvPicPr>
            <p:blipFill>
              <a:blip r:embed="rId3"/>
              <a:srcRect t="21588" r="76117" b="13746"/>
              <a:stretch/>
            </p:blipFill>
            <p:spPr>
              <a:xfrm rot="10800000">
                <a:off x="360" y="1018080"/>
                <a:ext cx="2939040" cy="4165920"/>
              </a:xfrm>
              <a:prstGeom prst="rect">
                <a:avLst/>
              </a:prstGeom>
              <a:ln w="0">
                <a:noFill/>
              </a:ln>
            </p:spPr>
          </p:pic>
        </p:grpSp>
      </p:grpSp>
      <p:grpSp>
        <p:nvGrpSpPr>
          <p:cNvPr id="316" name="Google Shape;101;p8"/>
          <p:cNvGrpSpPr/>
          <p:nvPr/>
        </p:nvGrpSpPr>
        <p:grpSpPr>
          <a:xfrm>
            <a:off x="437760" y="-302760"/>
            <a:ext cx="1949040" cy="4906440"/>
            <a:chOff x="437760" y="-302760"/>
            <a:chExt cx="1949040" cy="4906440"/>
          </a:xfrm>
        </p:grpSpPr>
        <p:sp>
          <p:nvSpPr>
            <p:cNvPr id="317" name="Google Shape;102;p8"/>
            <p:cNvSpPr/>
            <p:nvPr/>
          </p:nvSpPr>
          <p:spPr>
            <a:xfrm>
              <a:off x="1365480" y="-30276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8" name="Google Shape;103;p8"/>
            <p:cNvSpPr/>
            <p:nvPr/>
          </p:nvSpPr>
          <p:spPr>
            <a:xfrm>
              <a:off x="437760" y="403920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70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319" name="PlaceHolder 1"/>
          <p:cNvSpPr>
            <a:spLocks noGrp="1"/>
          </p:cNvSpPr>
          <p:nvPr>
            <p:ph type="title"/>
          </p:nvPr>
        </p:nvSpPr>
        <p:spPr>
          <a:xfrm>
            <a:off x="1176120" y="1089720"/>
            <a:ext cx="6791400" cy="1460520"/>
          </a:xfrm>
          <a:prstGeom prst="rect">
            <a:avLst/>
          </a:prstGeom>
          <a:noFill/>
          <a:ln w="0">
            <a:noFill/>
          </a:ln>
        </p:spPr>
        <p:txBody>
          <a:bodyPr lIns="91440" tIns="91440" rIns="91440" bIns="91440" anchor="b">
            <a:noAutofit/>
          </a:bodyPr>
          <a:lstStyle/>
          <a:p>
            <a:pPr indent="0">
              <a:buNone/>
            </a:pPr>
            <a:r>
              <a:rPr lang="fr-FR" sz="5000" b="0" strike="noStrike" spc="-1">
                <a:solidFill>
                  <a:schemeClr val="dk1"/>
                </a:solidFill>
                <a:latin typeface="Arial"/>
              </a:rPr>
              <a:t>Click to edit the title text format</a:t>
            </a:r>
          </a:p>
        </p:txBody>
      </p:sp>
      <p:grpSp>
        <p:nvGrpSpPr>
          <p:cNvPr id="320" name="Google Shape;107;p9"/>
          <p:cNvGrpSpPr/>
          <p:nvPr/>
        </p:nvGrpSpPr>
        <p:grpSpPr>
          <a:xfrm>
            <a:off x="4911120" y="18720"/>
            <a:ext cx="4232520" cy="5143320"/>
            <a:chOff x="4911120" y="18720"/>
            <a:chExt cx="4232520" cy="5143320"/>
          </a:xfrm>
        </p:grpSpPr>
        <p:pic>
          <p:nvPicPr>
            <p:cNvPr id="321" name="Google Shape;108;p9"/>
            <p:cNvPicPr/>
            <p:nvPr/>
          </p:nvPicPr>
          <p:blipFill>
            <a:blip r:embed="rId3"/>
            <a:srcRect l="4409" t="12981" r="74479" b="16466"/>
            <a:stretch/>
          </p:blipFill>
          <p:spPr>
            <a:xfrm rot="10800000" flipH="1">
              <a:off x="6204600" y="18720"/>
              <a:ext cx="2939040" cy="5143320"/>
            </a:xfrm>
            <a:prstGeom prst="rect">
              <a:avLst/>
            </a:prstGeom>
            <a:ln w="0">
              <a:noFill/>
            </a:ln>
          </p:spPr>
        </p:pic>
        <p:pic>
          <p:nvPicPr>
            <p:cNvPr id="322" name="Google Shape;109;p9"/>
            <p:cNvPicPr/>
            <p:nvPr/>
          </p:nvPicPr>
          <p:blipFill>
            <a:blip r:embed="rId4"/>
            <a:srcRect l="25294" t="54959" r="42208" b="4803"/>
            <a:stretch/>
          </p:blipFill>
          <p:spPr>
            <a:xfrm rot="10800000" flipH="1">
              <a:off x="4911120" y="2418840"/>
              <a:ext cx="4232520" cy="2742840"/>
            </a:xfrm>
            <a:prstGeom prst="rect">
              <a:avLst/>
            </a:prstGeom>
            <a:ln w="0">
              <a:noFill/>
            </a:ln>
          </p:spPr>
        </p:pic>
      </p:grpSp>
      <p:grpSp>
        <p:nvGrpSpPr>
          <p:cNvPr id="323" name="Google Shape;110;p9"/>
          <p:cNvGrpSpPr/>
          <p:nvPr/>
        </p:nvGrpSpPr>
        <p:grpSpPr>
          <a:xfrm>
            <a:off x="0" y="0"/>
            <a:ext cx="4437720" cy="4143960"/>
            <a:chOff x="0" y="0"/>
            <a:chExt cx="4437720" cy="4143960"/>
          </a:xfrm>
        </p:grpSpPr>
        <p:pic>
          <p:nvPicPr>
            <p:cNvPr id="324" name="Google Shape;111;p9"/>
            <p:cNvPicPr/>
            <p:nvPr/>
          </p:nvPicPr>
          <p:blipFill>
            <a:blip r:embed="rId4"/>
            <a:srcRect l="27569" t="-5675" r="29153" b="62187"/>
            <a:stretch/>
          </p:blipFill>
          <p:spPr>
            <a:xfrm rot="10800000" flipH="1">
              <a:off x="0" y="18720"/>
              <a:ext cx="4437720" cy="2333520"/>
            </a:xfrm>
            <a:prstGeom prst="rect">
              <a:avLst/>
            </a:prstGeom>
            <a:ln w="0">
              <a:noFill/>
            </a:ln>
          </p:spPr>
        </p:pic>
        <p:pic>
          <p:nvPicPr>
            <p:cNvPr id="325" name="Google Shape;112;p9"/>
            <p:cNvPicPr/>
            <p:nvPr/>
          </p:nvPicPr>
          <p:blipFill>
            <a:blip r:embed="rId3"/>
            <a:srcRect l="-2630" t="23405" r="78746" b="12271"/>
            <a:stretch/>
          </p:blipFill>
          <p:spPr>
            <a:xfrm flipH="1">
              <a:off x="360" y="0"/>
              <a:ext cx="2939040" cy="4143960"/>
            </a:xfrm>
            <a:prstGeom prst="rect">
              <a:avLst/>
            </a:prstGeom>
            <a:ln w="0">
              <a:noFill/>
            </a:ln>
          </p:spPr>
        </p:pic>
      </p:grpSp>
      <p:grpSp>
        <p:nvGrpSpPr>
          <p:cNvPr id="326" name="Google Shape;113;p9"/>
          <p:cNvGrpSpPr/>
          <p:nvPr/>
        </p:nvGrpSpPr>
        <p:grpSpPr>
          <a:xfrm>
            <a:off x="-1623600" y="-288360"/>
            <a:ext cx="10293840" cy="5254200"/>
            <a:chOff x="-1623600" y="-288360"/>
            <a:chExt cx="10293840" cy="5254200"/>
          </a:xfrm>
        </p:grpSpPr>
        <p:sp>
          <p:nvSpPr>
            <p:cNvPr id="327" name="Google Shape;114;p9"/>
            <p:cNvSpPr/>
            <p:nvPr/>
          </p:nvSpPr>
          <p:spPr>
            <a:xfrm>
              <a:off x="-1623600" y="253692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8" name="Google Shape;115;p9"/>
            <p:cNvSpPr/>
            <p:nvPr/>
          </p:nvSpPr>
          <p:spPr>
            <a:xfrm>
              <a:off x="7924320" y="-28836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329"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70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330"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
        <p:nvSpPr>
          <p:cNvPr id="331" name="PlaceHolder 2"/>
          <p:cNvSpPr>
            <a:spLocks noGrp="1"/>
          </p:cNvSpPr>
          <p:nvPr>
            <p:ph type="title"/>
          </p:nvPr>
        </p:nvSpPr>
        <p:spPr>
          <a:xfrm>
            <a:off x="713160" y="539640"/>
            <a:ext cx="3364920" cy="1359720"/>
          </a:xfrm>
          <a:prstGeom prst="rect">
            <a:avLst/>
          </a:prstGeom>
          <a:solidFill>
            <a:schemeClr val="dk1"/>
          </a:solidFill>
          <a:ln w="0">
            <a:noFill/>
          </a:ln>
        </p:spPr>
        <p:txBody>
          <a:bodyPr lIns="91440" tIns="91440" rIns="91440" bIns="91440" anchor="t">
            <a:noAutofit/>
          </a:bodyPr>
          <a:lstStyle/>
          <a:p>
            <a:pPr indent="0">
              <a:buNone/>
            </a:pPr>
            <a:r>
              <a:rPr lang="fr-FR" sz="24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0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
        <p:nvSpPr>
          <p:cNvPr id="332" name="PlaceHolder 1"/>
          <p:cNvSpPr>
            <a:spLocks noGrp="1"/>
          </p:cNvSpPr>
          <p:nvPr>
            <p:ph type="title"/>
          </p:nvPr>
        </p:nvSpPr>
        <p:spPr>
          <a:xfrm>
            <a:off x="716760" y="510840"/>
            <a:ext cx="7710120" cy="482040"/>
          </a:xfrm>
          <a:prstGeom prst="rect">
            <a:avLst/>
          </a:prstGeom>
          <a:noFill/>
          <a:ln w="0">
            <a:noFill/>
          </a:ln>
        </p:spPr>
        <p:txBody>
          <a:bodyPr lIns="91440" tIns="91440" rIns="91440" bIns="91440" anchor="t">
            <a:noAutofit/>
          </a:bodyPr>
          <a:lstStyle/>
          <a:p>
            <a:pPr indent="0">
              <a:buNone/>
            </a:pPr>
            <a:r>
              <a:rPr lang="fr-FR" sz="24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1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 name="PlaceHolder 1"/>
          <p:cNvSpPr>
            <a:spLocks noGrp="1"/>
          </p:cNvSpPr>
          <p:nvPr>
            <p:ph type="title"/>
          </p:nvPr>
        </p:nvSpPr>
        <p:spPr>
          <a:xfrm>
            <a:off x="828720" y="1019160"/>
            <a:ext cx="7486200" cy="2018880"/>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en" sz="5200" b="1" strike="noStrike" spc="-1" dirty="0">
                <a:solidFill>
                  <a:schemeClr val="lt1"/>
                </a:solidFill>
                <a:latin typeface="Unbounded"/>
                <a:ea typeface="Unbounded"/>
              </a:rPr>
              <a:t>Phishing Awareness Training</a:t>
            </a:r>
            <a:endParaRPr lang="fr-FR" sz="5200" b="0" strike="noStrike" spc="-1" dirty="0">
              <a:solidFill>
                <a:schemeClr val="dk1"/>
              </a:solidFill>
              <a:latin typeface="Arial"/>
            </a:endParaRPr>
          </a:p>
        </p:txBody>
      </p:sp>
      <p:sp>
        <p:nvSpPr>
          <p:cNvPr id="334" name="PlaceHolder 2"/>
          <p:cNvSpPr>
            <a:spLocks noGrp="1"/>
          </p:cNvSpPr>
          <p:nvPr>
            <p:ph type="subTitle"/>
          </p:nvPr>
        </p:nvSpPr>
        <p:spPr>
          <a:xfrm>
            <a:off x="2305080" y="3191040"/>
            <a:ext cx="4524120" cy="475920"/>
          </a:xfrm>
          <a:prstGeom prst="rect">
            <a:avLst/>
          </a:prstGeom>
          <a:noFill/>
          <a:ln w="0">
            <a:noFill/>
          </a:ln>
        </p:spPr>
        <p:txBody>
          <a:bodyPr lIns="91440" tIns="91440" rIns="91440" bIns="91440" anchor="t">
            <a:normAutofit fontScale="74433" lnSpcReduction="20000"/>
          </a:bodyPr>
          <a:lstStyle/>
          <a:p>
            <a:pPr indent="0" algn="ctr">
              <a:lnSpc>
                <a:spcPct val="100000"/>
              </a:lnSpc>
              <a:buNone/>
              <a:tabLst>
                <a:tab pos="0" algn="l"/>
              </a:tabLst>
            </a:pPr>
            <a:r>
              <a:rPr lang="en" sz="1600" b="0" strike="noStrike" spc="-1">
                <a:solidFill>
                  <a:schemeClr val="lt1"/>
                </a:solidFill>
                <a:latin typeface="Actor"/>
                <a:ea typeface="Actor"/>
              </a:rPr>
              <a:t>Understanding the Different Types of Phishing Attacks and Their Prevention</a:t>
            </a:r>
            <a:endParaRPr lang="en-US" sz="1600" b="0" strike="noStrike" spc="-1">
              <a:solidFill>
                <a:srgbClr val="FFFFFF"/>
              </a:solidFill>
              <a:latin typeface="OpenSymbol"/>
            </a:endParaRPr>
          </a:p>
        </p:txBody>
      </p:sp>
      <p:sp>
        <p:nvSpPr>
          <p:cNvPr id="335" name="Google Shape;437;p35"/>
          <p:cNvSpPr/>
          <p:nvPr/>
        </p:nvSpPr>
        <p:spPr>
          <a:xfrm>
            <a:off x="3799440" y="391896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36" name="Google Shape;438;p35"/>
          <p:cNvSpPr/>
          <p:nvPr/>
        </p:nvSpPr>
        <p:spPr>
          <a:xfrm>
            <a:off x="806040" y="6728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337" name="Google Shape;439;p35"/>
          <p:cNvGrpSpPr/>
          <p:nvPr/>
        </p:nvGrpSpPr>
        <p:grpSpPr>
          <a:xfrm>
            <a:off x="7335000" y="3639600"/>
            <a:ext cx="1159560" cy="793080"/>
            <a:chOff x="7335000" y="3639600"/>
            <a:chExt cx="1159560" cy="793080"/>
          </a:xfrm>
        </p:grpSpPr>
        <p:cxnSp>
          <p:nvCxnSpPr>
            <p:cNvPr id="338" name="Google Shape;440;p35"/>
            <p:cNvCxnSpPr/>
            <p:nvPr/>
          </p:nvCxnSpPr>
          <p:spPr>
            <a:xfrm>
              <a:off x="7335000" y="3755880"/>
              <a:ext cx="1159920" cy="677160"/>
            </a:xfrm>
            <a:prstGeom prst="straightConnector1">
              <a:avLst/>
            </a:prstGeom>
            <a:ln w="38100">
              <a:solidFill>
                <a:srgbClr val="7E4FCF"/>
              </a:solidFill>
              <a:round/>
            </a:ln>
          </p:spPr>
        </p:cxnSp>
        <p:cxnSp>
          <p:nvCxnSpPr>
            <p:cNvPr id="339" name="Google Shape;441;p35"/>
            <p:cNvCxnSpPr/>
            <p:nvPr/>
          </p:nvCxnSpPr>
          <p:spPr>
            <a:xfrm>
              <a:off x="7344720" y="3767040"/>
              <a:ext cx="115560" cy="394200"/>
            </a:xfrm>
            <a:prstGeom prst="straightConnector1">
              <a:avLst/>
            </a:prstGeom>
            <a:ln w="38100">
              <a:solidFill>
                <a:srgbClr val="7E4FCF"/>
              </a:solidFill>
              <a:round/>
            </a:ln>
          </p:spPr>
        </p:cxnSp>
        <p:cxnSp>
          <p:nvCxnSpPr>
            <p:cNvPr id="340" name="Google Shape;442;p35"/>
            <p:cNvCxnSpPr/>
            <p:nvPr/>
          </p:nvCxnSpPr>
          <p:spPr>
            <a:xfrm flipV="1">
              <a:off x="7350480" y="3639600"/>
              <a:ext cx="417240" cy="118800"/>
            </a:xfrm>
            <a:prstGeom prst="straightConnector1">
              <a:avLst/>
            </a:prstGeom>
            <a:ln w="38100">
              <a:solidFill>
                <a:srgbClr val="7E4FCF"/>
              </a:solidFill>
              <a:round/>
            </a:ln>
          </p:spPr>
        </p:cxnSp>
      </p:gr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PlaceHolder 1"/>
          <p:cNvSpPr>
            <a:spLocks noGrp="1"/>
          </p:cNvSpPr>
          <p:nvPr>
            <p:ph type="title"/>
          </p:nvPr>
        </p:nvSpPr>
        <p:spPr>
          <a:xfrm>
            <a:off x="895860" y="-159984"/>
            <a:ext cx="6791040" cy="1456920"/>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en" sz="5000" b="1" u="sng" strike="noStrike" spc="-1" dirty="0">
                <a:solidFill>
                  <a:schemeClr val="lt1"/>
                </a:solidFill>
                <a:latin typeface="Unbounded"/>
                <a:ea typeface="Unbounded"/>
              </a:rPr>
              <a:t>Introduction</a:t>
            </a:r>
            <a:endParaRPr lang="fr-FR" sz="5000" b="0" u="sng" strike="noStrike" spc="-1" dirty="0">
              <a:solidFill>
                <a:schemeClr val="dk1"/>
              </a:solidFill>
              <a:latin typeface="Arial"/>
            </a:endParaRPr>
          </a:p>
        </p:txBody>
      </p:sp>
      <p:sp>
        <p:nvSpPr>
          <p:cNvPr id="342" name="PlaceHolder 2"/>
          <p:cNvSpPr>
            <a:spLocks noGrp="1"/>
          </p:cNvSpPr>
          <p:nvPr>
            <p:ph type="subTitle"/>
          </p:nvPr>
        </p:nvSpPr>
        <p:spPr>
          <a:xfrm>
            <a:off x="629208" y="1704276"/>
            <a:ext cx="4474464" cy="2431308"/>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1600" b="1" dirty="0" smtClean="0">
                <a:solidFill>
                  <a:schemeClr val="bg1"/>
                </a:solidFill>
              </a:rPr>
              <a:t>Phishing is a type of cyber attack that uses deceptive messages to trick victims into revealing sensitive data such as login credentials, banking information, or personal identity details. These attacks typically impersonate trusted sources via email, messaging apps, or cloned websites.</a:t>
            </a:r>
          </a:p>
          <a:p>
            <a:pPr marL="0" indent="0">
              <a:buNone/>
            </a:pPr>
            <a:endParaRPr lang="en-US" sz="1600" dirty="0" smtClean="0">
              <a:solidFill>
                <a:schemeClr val="bg1"/>
              </a:solidFill>
            </a:endParaRPr>
          </a:p>
          <a:p>
            <a:endParaRPr lang="en-US" sz="1600" dirty="0" smtClean="0">
              <a:solidFill>
                <a:schemeClr val="bg1"/>
              </a:solidFill>
            </a:endParaRPr>
          </a:p>
        </p:txBody>
      </p:sp>
      <p:sp>
        <p:nvSpPr>
          <p:cNvPr id="343" name="Google Shape;476;p38"/>
          <p:cNvSpPr/>
          <p:nvPr/>
        </p:nvSpPr>
        <p:spPr>
          <a:xfrm>
            <a:off x="3799440" y="422388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44" name="Google Shape;477;p38"/>
          <p:cNvSpPr/>
          <p:nvPr/>
        </p:nvSpPr>
        <p:spPr>
          <a:xfrm>
            <a:off x="7924320" y="403920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345" name="Google Shape;478;p38"/>
          <p:cNvGrpSpPr/>
          <p:nvPr/>
        </p:nvGrpSpPr>
        <p:grpSpPr>
          <a:xfrm>
            <a:off x="316080" y="478800"/>
            <a:ext cx="1159200" cy="793080"/>
            <a:chOff x="316080" y="478800"/>
            <a:chExt cx="1159200" cy="793080"/>
          </a:xfrm>
        </p:grpSpPr>
        <p:cxnSp>
          <p:nvCxnSpPr>
            <p:cNvPr id="346" name="Google Shape;479;p38"/>
            <p:cNvCxnSpPr/>
            <p:nvPr/>
          </p:nvCxnSpPr>
          <p:spPr>
            <a:xfrm flipH="1" flipV="1">
              <a:off x="316080" y="478800"/>
              <a:ext cx="1159560" cy="677520"/>
            </a:xfrm>
            <a:prstGeom prst="straightConnector1">
              <a:avLst/>
            </a:prstGeom>
            <a:ln w="38100">
              <a:solidFill>
                <a:srgbClr val="7E4FCF"/>
              </a:solidFill>
              <a:round/>
            </a:ln>
          </p:spPr>
        </p:cxnSp>
        <p:cxnSp>
          <p:nvCxnSpPr>
            <p:cNvPr id="347" name="Google Shape;480;p38"/>
            <p:cNvCxnSpPr/>
            <p:nvPr/>
          </p:nvCxnSpPr>
          <p:spPr>
            <a:xfrm flipH="1" flipV="1">
              <a:off x="1350360" y="750600"/>
              <a:ext cx="115560" cy="394200"/>
            </a:xfrm>
            <a:prstGeom prst="straightConnector1">
              <a:avLst/>
            </a:prstGeom>
            <a:ln w="38100">
              <a:solidFill>
                <a:srgbClr val="7E4FCF"/>
              </a:solidFill>
              <a:round/>
            </a:ln>
          </p:spPr>
        </p:cxnSp>
        <p:cxnSp>
          <p:nvCxnSpPr>
            <p:cNvPr id="348" name="Google Shape;481;p38"/>
            <p:cNvCxnSpPr/>
            <p:nvPr/>
          </p:nvCxnSpPr>
          <p:spPr>
            <a:xfrm flipH="1">
              <a:off x="1042920" y="1153440"/>
              <a:ext cx="417600" cy="118800"/>
            </a:xfrm>
            <a:prstGeom prst="straightConnector1">
              <a:avLst/>
            </a:prstGeom>
            <a:ln w="38100">
              <a:solidFill>
                <a:srgbClr val="7E4FCF"/>
              </a:solidFill>
              <a:round/>
            </a:ln>
          </p:spPr>
        </p:cxnSp>
      </p:gr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81288" y="1480970"/>
            <a:ext cx="3694488" cy="2475610"/>
          </a:xfrm>
          <a:prstGeom prst="rect">
            <a:avLst/>
          </a:prstGeom>
          <a:blipFill>
            <a:blip r:embed="rId3"/>
            <a:tile tx="0" ty="0" sx="100000" sy="100000" flip="none" algn="tl"/>
          </a:blipFill>
          <a:effectLst>
            <a:outerShdw blurRad="50800" dist="50800" dir="5400000" algn="ctr" rotWithShape="0">
              <a:srgbClr val="000000">
                <a:alpha val="99000"/>
              </a:srgbClr>
            </a:outerShdw>
            <a:softEdge rad="1270000"/>
          </a:effectLst>
          <a:scene3d>
            <a:camera prst="orthographicFront"/>
            <a:lightRig rig="threePt" dir="t"/>
          </a:scene3d>
          <a:sp3d extrusionH="50800">
            <a:bevelT w="69850" h="158750"/>
            <a:bevelB w="57150"/>
          </a:sp3d>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2" name="Google Shape;633;p50"/>
          <p:cNvGrpSpPr/>
          <p:nvPr/>
        </p:nvGrpSpPr>
        <p:grpSpPr>
          <a:xfrm>
            <a:off x="675360" y="392760"/>
            <a:ext cx="871560" cy="1042920"/>
            <a:chOff x="675360" y="392760"/>
            <a:chExt cx="871560" cy="1042920"/>
          </a:xfrm>
        </p:grpSpPr>
        <p:cxnSp>
          <p:nvCxnSpPr>
            <p:cNvPr id="353" name="Google Shape;634;p50"/>
            <p:cNvCxnSpPr/>
            <p:nvPr/>
          </p:nvCxnSpPr>
          <p:spPr>
            <a:xfrm flipH="1" flipV="1">
              <a:off x="675360" y="392760"/>
              <a:ext cx="845640" cy="1043280"/>
            </a:xfrm>
            <a:prstGeom prst="straightConnector1">
              <a:avLst/>
            </a:prstGeom>
            <a:ln w="38100">
              <a:solidFill>
                <a:srgbClr val="7E4FCF"/>
              </a:solidFill>
              <a:round/>
            </a:ln>
          </p:spPr>
        </p:cxnSp>
        <p:cxnSp>
          <p:nvCxnSpPr>
            <p:cNvPr id="354" name="Google Shape;635;p50"/>
            <p:cNvCxnSpPr/>
            <p:nvPr/>
          </p:nvCxnSpPr>
          <p:spPr>
            <a:xfrm flipV="1">
              <a:off x="1515600" y="1012320"/>
              <a:ext cx="31680" cy="409680"/>
            </a:xfrm>
            <a:prstGeom prst="straightConnector1">
              <a:avLst/>
            </a:prstGeom>
            <a:ln w="38100">
              <a:solidFill>
                <a:srgbClr val="7E4FCF"/>
              </a:solidFill>
              <a:round/>
            </a:ln>
          </p:spPr>
        </p:cxnSp>
        <p:cxnSp>
          <p:nvCxnSpPr>
            <p:cNvPr id="355" name="Google Shape;636;p50"/>
            <p:cNvCxnSpPr/>
            <p:nvPr/>
          </p:nvCxnSpPr>
          <p:spPr>
            <a:xfrm flipH="1" flipV="1">
              <a:off x="1075320" y="1391760"/>
              <a:ext cx="432360" cy="36720"/>
            </a:xfrm>
            <a:prstGeom prst="straightConnector1">
              <a:avLst/>
            </a:prstGeom>
            <a:ln w="38100">
              <a:solidFill>
                <a:srgbClr val="7E4FCF"/>
              </a:solidFill>
              <a:round/>
            </a:ln>
          </p:spPr>
        </p:cxnSp>
      </p:grpSp>
      <p:sp>
        <p:nvSpPr>
          <p:cNvPr id="9" name="PlaceHolder 1"/>
          <p:cNvSpPr txBox="1">
            <a:spLocks/>
          </p:cNvSpPr>
          <p:nvPr/>
        </p:nvSpPr>
        <p:spPr>
          <a:xfrm>
            <a:off x="1799040" y="171965"/>
            <a:ext cx="5418624" cy="969120"/>
          </a:xfrm>
          <a:prstGeom prst="rect">
            <a:avLst/>
          </a:prstGeom>
          <a:noFill/>
          <a:ln w="0">
            <a:noFill/>
          </a:ln>
        </p:spPr>
        <p:txBody>
          <a:bodyPr lIns="91440" tIns="91440" rIns="91440" bIns="9144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u="sng" dirty="0" smtClean="0">
                <a:solidFill>
                  <a:schemeClr val="bg1"/>
                </a:solidFill>
              </a:rPr>
              <a:t>Types</a:t>
            </a:r>
            <a:r>
              <a:rPr lang="en-US" sz="3200" b="1" dirty="0" smtClean="0">
                <a:solidFill>
                  <a:schemeClr val="bg1"/>
                </a:solidFill>
              </a:rPr>
              <a:t> </a:t>
            </a:r>
            <a:r>
              <a:rPr lang="en-US" sz="3200" b="1" u="sng" dirty="0" smtClean="0">
                <a:solidFill>
                  <a:schemeClr val="bg1"/>
                </a:solidFill>
              </a:rPr>
              <a:t>of</a:t>
            </a:r>
            <a:r>
              <a:rPr lang="en-US" sz="3200" b="1" dirty="0" smtClean="0">
                <a:solidFill>
                  <a:schemeClr val="bg1"/>
                </a:solidFill>
              </a:rPr>
              <a:t> </a:t>
            </a:r>
            <a:r>
              <a:rPr lang="en-US" sz="3200" b="1" u="sng" dirty="0" smtClean="0">
                <a:solidFill>
                  <a:schemeClr val="bg1"/>
                </a:solidFill>
              </a:rPr>
              <a:t>Phishin</a:t>
            </a:r>
            <a:r>
              <a:rPr lang="en-US" sz="3200" b="1" dirty="0" smtClean="0">
                <a:solidFill>
                  <a:schemeClr val="bg1"/>
                </a:solidFill>
              </a:rPr>
              <a:t>g </a:t>
            </a:r>
            <a:r>
              <a:rPr lang="en-US" sz="3200" b="1" u="sng" dirty="0" smtClean="0">
                <a:solidFill>
                  <a:schemeClr val="bg1"/>
                </a:solidFill>
              </a:rPr>
              <a:t>Attacks</a:t>
            </a:r>
            <a:endParaRPr lang="en-US" sz="3200" b="1" u="sng" dirty="0">
              <a:solidFill>
                <a:schemeClr val="bg1"/>
              </a:solidFill>
            </a:endParaRPr>
          </a:p>
        </p:txBody>
      </p:sp>
      <p:sp>
        <p:nvSpPr>
          <p:cNvPr id="10" name="PlaceHolder 2"/>
          <p:cNvSpPr txBox="1">
            <a:spLocks/>
          </p:cNvSpPr>
          <p:nvPr/>
        </p:nvSpPr>
        <p:spPr>
          <a:xfrm>
            <a:off x="212466" y="1685376"/>
            <a:ext cx="4872534" cy="2618733"/>
          </a:xfrm>
          <a:prstGeom prst="rect">
            <a:avLst/>
          </a:prstGeom>
          <a:noFill/>
          <a:ln w="0">
            <a:noFill/>
          </a:ln>
        </p:spPr>
        <p:txBody>
          <a:bodyPr lIns="91440" tIns="91440" rIns="91440" bIns="9144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1600" b="1" dirty="0" smtClean="0">
                <a:solidFill>
                  <a:schemeClr val="bg1"/>
                </a:solidFill>
              </a:rPr>
              <a:t>Email Phishing</a:t>
            </a:r>
            <a:r>
              <a:rPr lang="en-US" sz="1600" dirty="0" smtClean="0">
                <a:solidFill>
                  <a:schemeClr val="bg1"/>
                </a:solidFill>
              </a:rPr>
              <a:t> – Mass emails with fake links or attachments to steal credentials.</a:t>
            </a:r>
          </a:p>
          <a:p>
            <a:pPr>
              <a:buFont typeface="Wingdings" panose="05000000000000000000" pitchFamily="2" charset="2"/>
              <a:buChar char="Ø"/>
            </a:pPr>
            <a:endParaRPr lang="en-US" sz="1600" dirty="0" smtClean="0">
              <a:solidFill>
                <a:schemeClr val="bg1"/>
              </a:solidFill>
            </a:endParaRPr>
          </a:p>
          <a:p>
            <a:pPr>
              <a:buFont typeface="Wingdings" panose="05000000000000000000" pitchFamily="2" charset="2"/>
              <a:buChar char="Ø"/>
            </a:pPr>
            <a:r>
              <a:rPr lang="en-US" sz="1600" b="1" dirty="0" smtClean="0">
                <a:solidFill>
                  <a:schemeClr val="bg1"/>
                </a:solidFill>
              </a:rPr>
              <a:t>Spear Phishing</a:t>
            </a:r>
            <a:r>
              <a:rPr lang="en-US" sz="1600" dirty="0" smtClean="0">
                <a:solidFill>
                  <a:schemeClr val="bg1"/>
                </a:solidFill>
              </a:rPr>
              <a:t> – Personalized attacks targeting specific individuals using gathered information.</a:t>
            </a:r>
          </a:p>
          <a:p>
            <a:pPr>
              <a:buFont typeface="Wingdings" panose="05000000000000000000" pitchFamily="2" charset="2"/>
              <a:buChar char="Ø"/>
            </a:pPr>
            <a:endParaRPr lang="en-US" sz="1600" dirty="0" smtClean="0">
              <a:solidFill>
                <a:schemeClr val="bg1"/>
              </a:solidFill>
            </a:endParaRPr>
          </a:p>
          <a:p>
            <a:pPr>
              <a:buFont typeface="Wingdings" panose="05000000000000000000" pitchFamily="2" charset="2"/>
              <a:buChar char="Ø"/>
            </a:pPr>
            <a:r>
              <a:rPr lang="en-US" sz="1600" b="1" dirty="0" smtClean="0">
                <a:solidFill>
                  <a:schemeClr val="bg1"/>
                </a:solidFill>
              </a:rPr>
              <a:t>Whaling</a:t>
            </a:r>
            <a:r>
              <a:rPr lang="en-US" sz="1600" dirty="0" smtClean="0">
                <a:solidFill>
                  <a:schemeClr val="bg1"/>
                </a:solidFill>
              </a:rPr>
              <a:t> – High-profile attacks on executives or senior officials to steal sensitive data or authorize fraudulent transactions.</a:t>
            </a:r>
          </a:p>
          <a:p>
            <a:pPr indent="0" algn="ctr">
              <a:buFont typeface="Arial" panose="020B0604020202020204" pitchFamily="34" charset="0"/>
              <a:buNone/>
            </a:pPr>
            <a:endParaRPr lang="en-US" sz="1600" spc="-1" dirty="0">
              <a:solidFill>
                <a:schemeClr val="bg1"/>
              </a:solidFill>
              <a:latin typeface="Manrope"/>
              <a:ea typeface="Manrope"/>
            </a:endParaRPr>
          </a:p>
        </p:txBody>
      </p:sp>
      <p:pic>
        <p:nvPicPr>
          <p:cNvPr id="11" name="Picture 2" descr="types of Phishing Attacks"/>
          <p:cNvPicPr>
            <a:picLocks noChangeAspect="1" noChangeArrowheads="1"/>
          </p:cNvPicPr>
          <p:nvPr/>
        </p:nvPicPr>
        <p:blipFill rotWithShape="1">
          <a:blip r:embed="rId2">
            <a:extLst>
              <a:ext uri="{28A0092B-C50C-407E-A947-70E740481C1C}">
                <a14:useLocalDpi xmlns:a14="http://schemas.microsoft.com/office/drawing/2010/main" val="0"/>
              </a:ext>
            </a:extLst>
          </a:blip>
          <a:srcRect l="12041" t="367" r="12039" b="2336"/>
          <a:stretch/>
        </p:blipFill>
        <p:spPr bwMode="auto">
          <a:xfrm>
            <a:off x="5085000" y="1436040"/>
            <a:ext cx="3814930" cy="262334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 name="Google Shape;476;p38"/>
          <p:cNvSpPr/>
          <p:nvPr/>
        </p:nvSpPr>
        <p:spPr>
          <a:xfrm>
            <a:off x="3799440" y="422388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59" name="Google Shape;477;p38"/>
          <p:cNvSpPr/>
          <p:nvPr/>
        </p:nvSpPr>
        <p:spPr>
          <a:xfrm>
            <a:off x="7924320" y="4039200"/>
            <a:ext cx="833372" cy="825408"/>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360" name="Google Shape;478;p38"/>
          <p:cNvGrpSpPr/>
          <p:nvPr/>
        </p:nvGrpSpPr>
        <p:grpSpPr>
          <a:xfrm>
            <a:off x="364848" y="210576"/>
            <a:ext cx="1159200" cy="793080"/>
            <a:chOff x="316080" y="478800"/>
            <a:chExt cx="1159200" cy="793080"/>
          </a:xfrm>
        </p:grpSpPr>
        <p:cxnSp>
          <p:nvCxnSpPr>
            <p:cNvPr id="361" name="Google Shape;479;p38"/>
            <p:cNvCxnSpPr/>
            <p:nvPr/>
          </p:nvCxnSpPr>
          <p:spPr>
            <a:xfrm flipH="1" flipV="1">
              <a:off x="316080" y="478800"/>
              <a:ext cx="1159560" cy="677520"/>
            </a:xfrm>
            <a:prstGeom prst="straightConnector1">
              <a:avLst/>
            </a:prstGeom>
            <a:ln w="38100">
              <a:solidFill>
                <a:srgbClr val="7E4FCF"/>
              </a:solidFill>
              <a:round/>
            </a:ln>
          </p:spPr>
        </p:cxnSp>
        <p:cxnSp>
          <p:nvCxnSpPr>
            <p:cNvPr id="362" name="Google Shape;480;p38"/>
            <p:cNvCxnSpPr/>
            <p:nvPr/>
          </p:nvCxnSpPr>
          <p:spPr>
            <a:xfrm flipH="1" flipV="1">
              <a:off x="1350360" y="750600"/>
              <a:ext cx="115560" cy="394200"/>
            </a:xfrm>
            <a:prstGeom prst="straightConnector1">
              <a:avLst/>
            </a:prstGeom>
            <a:ln w="38100">
              <a:solidFill>
                <a:srgbClr val="7E4FCF"/>
              </a:solidFill>
              <a:round/>
            </a:ln>
          </p:spPr>
        </p:cxnSp>
        <p:cxnSp>
          <p:nvCxnSpPr>
            <p:cNvPr id="363" name="Google Shape;481;p38"/>
            <p:cNvCxnSpPr/>
            <p:nvPr/>
          </p:nvCxnSpPr>
          <p:spPr>
            <a:xfrm flipH="1">
              <a:off x="1042920" y="1153440"/>
              <a:ext cx="417600" cy="118800"/>
            </a:xfrm>
            <a:prstGeom prst="straightConnector1">
              <a:avLst/>
            </a:prstGeom>
            <a:ln w="38100">
              <a:solidFill>
                <a:srgbClr val="7E4FCF"/>
              </a:solidFill>
              <a:round/>
            </a:ln>
          </p:spPr>
        </p:cxnSp>
      </p:grpSp>
      <p:sp>
        <p:nvSpPr>
          <p:cNvPr id="10" name="Subtitle 1"/>
          <p:cNvSpPr txBox="1">
            <a:spLocks noChangeArrowheads="1"/>
          </p:cNvSpPr>
          <p:nvPr/>
        </p:nvSpPr>
        <p:spPr bwMode="auto">
          <a:xfrm>
            <a:off x="815446" y="1148376"/>
            <a:ext cx="443770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0" fontAlgn="base" hangingPunct="0">
              <a:lnSpc>
                <a:spcPct val="100000"/>
              </a:lnSpc>
              <a:spcBef>
                <a:spcPct val="0"/>
              </a:spcBef>
              <a:spcAft>
                <a:spcPct val="0"/>
              </a:spcAft>
              <a:buFont typeface="Wingdings" panose="05000000000000000000" pitchFamily="2" charset="2"/>
              <a:buChar char="Ø"/>
            </a:pPr>
            <a:r>
              <a:rPr lang="en-US" sz="1800" b="1" dirty="0" err="1" smtClean="0">
                <a:solidFill>
                  <a:schemeClr val="bg1"/>
                </a:solidFill>
                <a:latin typeface="Arial" panose="020B0604020202020204" pitchFamily="34" charset="0"/>
              </a:rPr>
              <a:t>Smishing</a:t>
            </a:r>
            <a:r>
              <a:rPr lang="en-US" sz="1800" dirty="0" smtClean="0">
                <a:solidFill>
                  <a:schemeClr val="bg1"/>
                </a:solidFill>
                <a:latin typeface="Arial" panose="020B0604020202020204" pitchFamily="34" charset="0"/>
              </a:rPr>
              <a:t> – Phishing via SMS, tricking users into clicking malicious links or sharing personal info.</a:t>
            </a:r>
          </a:p>
          <a:p>
            <a:pPr eaLnBrk="0" fontAlgn="base" hangingPunct="0">
              <a:lnSpc>
                <a:spcPct val="100000"/>
              </a:lnSpc>
              <a:spcBef>
                <a:spcPct val="0"/>
              </a:spcBef>
              <a:spcAft>
                <a:spcPct val="0"/>
              </a:spcAft>
              <a:buFont typeface="Wingdings" panose="05000000000000000000" pitchFamily="2" charset="2"/>
              <a:buChar char="Ø"/>
            </a:pPr>
            <a:endParaRPr lang="en-US" sz="1800" dirty="0" smtClean="0">
              <a:solidFill>
                <a:schemeClr val="bg1"/>
              </a:solidFill>
              <a:latin typeface="Arial" panose="020B0604020202020204" pitchFamily="34" charset="0"/>
            </a:endParaRPr>
          </a:p>
          <a:p>
            <a:pPr eaLnBrk="0" fontAlgn="base" hangingPunct="0">
              <a:lnSpc>
                <a:spcPct val="100000"/>
              </a:lnSpc>
              <a:spcBef>
                <a:spcPct val="0"/>
              </a:spcBef>
              <a:spcAft>
                <a:spcPct val="0"/>
              </a:spcAft>
              <a:buFont typeface="Wingdings" panose="05000000000000000000" pitchFamily="2" charset="2"/>
              <a:buChar char="Ø"/>
            </a:pPr>
            <a:r>
              <a:rPr lang="en-US" sz="1800" b="1" dirty="0" err="1" smtClean="0">
                <a:solidFill>
                  <a:schemeClr val="bg1"/>
                </a:solidFill>
                <a:latin typeface="Arial" panose="020B0604020202020204" pitchFamily="34" charset="0"/>
              </a:rPr>
              <a:t>Vishing</a:t>
            </a:r>
            <a:r>
              <a:rPr lang="en-US" sz="1800" dirty="0" smtClean="0">
                <a:solidFill>
                  <a:schemeClr val="bg1"/>
                </a:solidFill>
                <a:latin typeface="Arial" panose="020B0604020202020204" pitchFamily="34" charset="0"/>
              </a:rPr>
              <a:t> – Voice-based phishing where attackers impersonate officials to extract sensitive data over calls.</a:t>
            </a:r>
          </a:p>
          <a:p>
            <a:pPr eaLnBrk="0" fontAlgn="base" hangingPunct="0">
              <a:lnSpc>
                <a:spcPct val="100000"/>
              </a:lnSpc>
              <a:spcBef>
                <a:spcPct val="0"/>
              </a:spcBef>
              <a:spcAft>
                <a:spcPct val="0"/>
              </a:spcAft>
              <a:buFont typeface="Wingdings" panose="05000000000000000000" pitchFamily="2" charset="2"/>
              <a:buChar char="Ø"/>
            </a:pPr>
            <a:endParaRPr lang="en-US" sz="1800" dirty="0" smtClean="0">
              <a:solidFill>
                <a:schemeClr val="bg1"/>
              </a:solidFill>
              <a:latin typeface="Arial" panose="020B0604020202020204" pitchFamily="34" charset="0"/>
            </a:endParaRPr>
          </a:p>
          <a:p>
            <a:pPr eaLnBrk="0" fontAlgn="base" hangingPunct="0">
              <a:lnSpc>
                <a:spcPct val="100000"/>
              </a:lnSpc>
              <a:spcBef>
                <a:spcPct val="0"/>
              </a:spcBef>
              <a:spcAft>
                <a:spcPct val="0"/>
              </a:spcAft>
              <a:buFont typeface="Wingdings" panose="05000000000000000000" pitchFamily="2" charset="2"/>
              <a:buChar char="Ø"/>
            </a:pPr>
            <a:r>
              <a:rPr lang="en-US" sz="1800" b="1" dirty="0" smtClean="0">
                <a:solidFill>
                  <a:schemeClr val="bg1"/>
                </a:solidFill>
                <a:latin typeface="Arial" panose="020B0604020202020204" pitchFamily="34" charset="0"/>
              </a:rPr>
              <a:t>Clone Phishing</a:t>
            </a:r>
            <a:r>
              <a:rPr lang="en-US" sz="1800" dirty="0" smtClean="0">
                <a:solidFill>
                  <a:schemeClr val="bg1"/>
                </a:solidFill>
                <a:latin typeface="Arial" panose="020B0604020202020204" pitchFamily="34" charset="0"/>
              </a:rPr>
              <a:t> – Replicating legitimate emails with malicious links to deceive recipients.</a:t>
            </a:r>
          </a:p>
          <a:p>
            <a:pPr marL="0" indent="0" eaLnBrk="0" fontAlgn="base" hangingPunct="0">
              <a:lnSpc>
                <a:spcPct val="100000"/>
              </a:lnSpc>
              <a:spcBef>
                <a:spcPct val="0"/>
              </a:spcBef>
              <a:spcAft>
                <a:spcPct val="0"/>
              </a:spcAft>
              <a:buFontTx/>
              <a:buNone/>
            </a:pPr>
            <a:endParaRPr lang="en-US" sz="1800" dirty="0">
              <a:solidFill>
                <a:schemeClr val="bg1"/>
              </a:solidFill>
              <a:latin typeface="Arial" panose="020B0604020202020204" pitchFamily="34" charset="0"/>
            </a:endParaRPr>
          </a:p>
        </p:txBody>
      </p:sp>
      <p:sp>
        <p:nvSpPr>
          <p:cNvPr id="11" name="Google Shape;539;p35"/>
          <p:cNvSpPr/>
          <p:nvPr/>
        </p:nvSpPr>
        <p:spPr>
          <a:xfrm>
            <a:off x="5397480" y="1055160"/>
            <a:ext cx="3033000" cy="3033000"/>
          </a:xfrm>
          <a:prstGeom prst="ellipse">
            <a:avLst/>
          </a:prstGeom>
          <a:blipFill rotWithShape="0">
            <a:blip r:embed="rId2"/>
            <a:srcRect/>
            <a:stretch/>
          </a:blipFill>
          <a:ln w="38100">
            <a:solidFill>
              <a:srgbClr val="F8F8F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7" name="Google Shape;622;p49"/>
          <p:cNvGrpSpPr/>
          <p:nvPr/>
        </p:nvGrpSpPr>
        <p:grpSpPr>
          <a:xfrm>
            <a:off x="6249480" y="4120900"/>
            <a:ext cx="1159200" cy="793080"/>
            <a:chOff x="4115880" y="4065480"/>
            <a:chExt cx="1159200" cy="793080"/>
          </a:xfrm>
        </p:grpSpPr>
        <p:cxnSp>
          <p:nvCxnSpPr>
            <p:cNvPr id="368" name="Google Shape;623;p49"/>
            <p:cNvCxnSpPr/>
            <p:nvPr/>
          </p:nvCxnSpPr>
          <p:spPr>
            <a:xfrm>
              <a:off x="4115880" y="4181760"/>
              <a:ext cx="1159560" cy="677160"/>
            </a:xfrm>
            <a:prstGeom prst="straightConnector1">
              <a:avLst/>
            </a:prstGeom>
            <a:ln w="38100">
              <a:solidFill>
                <a:srgbClr val="7E4FCF"/>
              </a:solidFill>
              <a:round/>
            </a:ln>
          </p:spPr>
        </p:cxnSp>
        <p:cxnSp>
          <p:nvCxnSpPr>
            <p:cNvPr id="369" name="Google Shape;624;p49"/>
            <p:cNvCxnSpPr/>
            <p:nvPr/>
          </p:nvCxnSpPr>
          <p:spPr>
            <a:xfrm>
              <a:off x="4125600" y="4193280"/>
              <a:ext cx="115560" cy="394200"/>
            </a:xfrm>
            <a:prstGeom prst="straightConnector1">
              <a:avLst/>
            </a:prstGeom>
            <a:ln w="38100">
              <a:solidFill>
                <a:srgbClr val="7E4FCF"/>
              </a:solidFill>
              <a:round/>
            </a:ln>
          </p:spPr>
        </p:cxnSp>
        <p:cxnSp>
          <p:nvCxnSpPr>
            <p:cNvPr id="370" name="Google Shape;625;p49"/>
            <p:cNvCxnSpPr/>
            <p:nvPr/>
          </p:nvCxnSpPr>
          <p:spPr>
            <a:xfrm flipV="1">
              <a:off x="4131000" y="4065480"/>
              <a:ext cx="417240" cy="118800"/>
            </a:xfrm>
            <a:prstGeom prst="straightConnector1">
              <a:avLst/>
            </a:prstGeom>
            <a:ln w="38100">
              <a:solidFill>
                <a:srgbClr val="7E4FCF"/>
              </a:solidFill>
              <a:round/>
            </a:ln>
          </p:spPr>
        </p:cxnSp>
      </p:grpSp>
      <p:sp>
        <p:nvSpPr>
          <p:cNvPr id="9" name="PlaceHolder 1"/>
          <p:cNvSpPr txBox="1">
            <a:spLocks/>
          </p:cNvSpPr>
          <p:nvPr/>
        </p:nvSpPr>
        <p:spPr>
          <a:xfrm>
            <a:off x="807442" y="443800"/>
            <a:ext cx="5665778" cy="818640"/>
          </a:xfrm>
          <a:prstGeom prst="rect">
            <a:avLst/>
          </a:prstGeom>
          <a:noFill/>
          <a:ln w="0">
            <a:noFill/>
          </a:ln>
        </p:spPr>
        <p:txBody>
          <a:bodyPr lIns="91440" tIns="91440" rIns="91440" bIns="91440" anchor="t">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US" sz="3200" b="1" u="sng" dirty="0" smtClean="0">
                <a:solidFill>
                  <a:schemeClr val="bg1"/>
                </a:solidFill>
              </a:rPr>
              <a:t>Recognizin</a:t>
            </a:r>
            <a:r>
              <a:rPr lang="en-US" sz="3200" b="1" dirty="0" smtClean="0">
                <a:solidFill>
                  <a:schemeClr val="bg1"/>
                </a:solidFill>
              </a:rPr>
              <a:t>g</a:t>
            </a:r>
            <a:r>
              <a:rPr lang="en-US" sz="3200" b="1" u="sng" dirty="0" smtClean="0">
                <a:solidFill>
                  <a:schemeClr val="bg1"/>
                </a:solidFill>
              </a:rPr>
              <a:t> Phishin</a:t>
            </a:r>
            <a:r>
              <a:rPr lang="en-US" sz="3200" b="1" dirty="0" smtClean="0">
                <a:solidFill>
                  <a:schemeClr val="bg1"/>
                </a:solidFill>
              </a:rPr>
              <a:t>g</a:t>
            </a:r>
            <a:r>
              <a:rPr lang="en-US" sz="3200" b="1" u="sng" dirty="0" smtClean="0">
                <a:solidFill>
                  <a:schemeClr val="bg1"/>
                </a:solidFill>
              </a:rPr>
              <a:t> Emails</a:t>
            </a:r>
            <a:endParaRPr lang="fr-FR" sz="3200" b="1" u="sng" spc="-1" dirty="0">
              <a:solidFill>
                <a:schemeClr val="bg1"/>
              </a:solidFill>
              <a:latin typeface="Arial"/>
            </a:endParaRPr>
          </a:p>
        </p:txBody>
      </p:sp>
      <p:sp>
        <p:nvSpPr>
          <p:cNvPr id="10" name="Rectangle 9"/>
          <p:cNvSpPr>
            <a:spLocks noChangeArrowheads="1"/>
          </p:cNvSpPr>
          <p:nvPr/>
        </p:nvSpPr>
        <p:spPr bwMode="auto">
          <a:xfrm>
            <a:off x="564711" y="1645033"/>
            <a:ext cx="8201337"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600" b="0" i="0" u="none" strike="noStrike" cap="none" normalizeH="0" baseline="0" dirty="0" smtClean="0">
                <a:ln>
                  <a:noFill/>
                </a:ln>
                <a:solidFill>
                  <a:schemeClr val="bg1"/>
                </a:solidFill>
                <a:effectLst/>
                <a:latin typeface="Arial" panose="020B0604020202020204" pitchFamily="34" charset="0"/>
              </a:rPr>
              <a:t>📧 </a:t>
            </a:r>
            <a:r>
              <a:rPr kumimoji="0" lang="en-US" sz="1600" b="1" i="0" u="none" strike="noStrike" cap="none" normalizeH="0" baseline="0" dirty="0" smtClean="0">
                <a:ln>
                  <a:noFill/>
                </a:ln>
                <a:solidFill>
                  <a:schemeClr val="bg1"/>
                </a:solidFill>
                <a:effectLst/>
                <a:latin typeface="Arial" panose="020B0604020202020204" pitchFamily="34" charset="0"/>
              </a:rPr>
              <a:t>Check Sender’s Email</a:t>
            </a:r>
            <a:r>
              <a:rPr kumimoji="0" lang="en-US" sz="1600" b="0" i="0" u="none" strike="noStrike" cap="none" normalizeH="0" baseline="0" dirty="0" smtClean="0">
                <a:ln>
                  <a:noFill/>
                </a:ln>
                <a:solidFill>
                  <a:schemeClr val="bg1"/>
                </a:solidFill>
                <a:effectLst/>
                <a:latin typeface="Arial" panose="020B0604020202020204" pitchFamily="34" charset="0"/>
              </a:rPr>
              <a:t> – Look for slight misspellings or unfamiliar domains.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sz="1600" b="0" i="0" u="none" strike="noStrike" cap="none" normalizeH="0" baseline="0" dirty="0" smtClean="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600" b="0" i="0" u="none" strike="noStrike" cap="none" normalizeH="0" baseline="0" dirty="0" smtClean="0">
                <a:ln>
                  <a:noFill/>
                </a:ln>
                <a:solidFill>
                  <a:schemeClr val="bg1"/>
                </a:solidFill>
                <a:effectLst/>
                <a:latin typeface="Arial" panose="020B0604020202020204" pitchFamily="34" charset="0"/>
              </a:rPr>
              <a:t>🔍 </a:t>
            </a:r>
            <a:r>
              <a:rPr kumimoji="0" lang="en-US" sz="1600" b="1" i="0" u="none" strike="noStrike" cap="none" normalizeH="0" baseline="0" dirty="0" smtClean="0">
                <a:ln>
                  <a:noFill/>
                </a:ln>
                <a:solidFill>
                  <a:schemeClr val="bg1"/>
                </a:solidFill>
                <a:effectLst/>
                <a:latin typeface="Arial" panose="020B0604020202020204" pitchFamily="34" charset="0"/>
              </a:rPr>
              <a:t>Spot Errors</a:t>
            </a:r>
            <a:r>
              <a:rPr kumimoji="0" lang="en-US" sz="1600" b="0" i="0" u="none" strike="noStrike" cap="none" normalizeH="0" baseline="0" dirty="0" smtClean="0">
                <a:ln>
                  <a:noFill/>
                </a:ln>
                <a:solidFill>
                  <a:schemeClr val="bg1"/>
                </a:solidFill>
                <a:effectLst/>
                <a:latin typeface="Arial" panose="020B0604020202020204" pitchFamily="34" charset="0"/>
              </a:rPr>
              <a:t> – Poor grammar and spelling mistakes are red flags.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sz="1600" b="0" i="0" u="none" strike="noStrike" cap="none" normalizeH="0" baseline="0" dirty="0" smtClean="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600" b="0" i="0" u="none" strike="noStrike" cap="none" normalizeH="0" baseline="0" dirty="0" smtClean="0">
                <a:ln>
                  <a:noFill/>
                </a:ln>
                <a:solidFill>
                  <a:schemeClr val="bg1"/>
                </a:solidFill>
                <a:effectLst/>
                <a:latin typeface="Arial" panose="020B0604020202020204" pitchFamily="34" charset="0"/>
              </a:rPr>
              <a:t>🔗 </a:t>
            </a:r>
            <a:r>
              <a:rPr kumimoji="0" lang="en-US" sz="1600" b="1" i="0" u="none" strike="noStrike" cap="none" normalizeH="0" baseline="0" dirty="0" smtClean="0">
                <a:ln>
                  <a:noFill/>
                </a:ln>
                <a:solidFill>
                  <a:schemeClr val="bg1"/>
                </a:solidFill>
                <a:effectLst/>
                <a:latin typeface="Arial" panose="020B0604020202020204" pitchFamily="34" charset="0"/>
              </a:rPr>
              <a:t>Hover Over Links</a:t>
            </a:r>
            <a:r>
              <a:rPr kumimoji="0" lang="en-US" sz="1600" b="0" i="0" u="none" strike="noStrike" cap="none" normalizeH="0" baseline="0" dirty="0" smtClean="0">
                <a:ln>
                  <a:noFill/>
                </a:ln>
                <a:solidFill>
                  <a:schemeClr val="bg1"/>
                </a:solidFill>
                <a:effectLst/>
                <a:latin typeface="Arial" panose="020B0604020202020204" pitchFamily="34" charset="0"/>
              </a:rPr>
              <a:t> – Verify URLs before clicking to avoid malicious sites.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sz="1600" b="0" i="0" u="none" strike="noStrike" cap="none" normalizeH="0" baseline="0" dirty="0" smtClean="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600" b="0" i="0" u="none" strike="noStrike" cap="none" normalizeH="0" baseline="0" dirty="0" smtClean="0">
                <a:ln>
                  <a:noFill/>
                </a:ln>
                <a:solidFill>
                  <a:schemeClr val="bg1"/>
                </a:solidFill>
                <a:effectLst/>
                <a:latin typeface="Arial" panose="020B0604020202020204" pitchFamily="34" charset="0"/>
              </a:rPr>
              <a:t>⚠️ </a:t>
            </a:r>
            <a:r>
              <a:rPr kumimoji="0" lang="en-US" sz="1600" b="1" i="0" u="none" strike="noStrike" cap="none" normalizeH="0" baseline="0" dirty="0" smtClean="0">
                <a:ln>
                  <a:noFill/>
                </a:ln>
                <a:solidFill>
                  <a:schemeClr val="bg1"/>
                </a:solidFill>
                <a:effectLst/>
                <a:latin typeface="Arial" panose="020B0604020202020204" pitchFamily="34" charset="0"/>
              </a:rPr>
              <a:t>Beware of Urgency</a:t>
            </a:r>
            <a:r>
              <a:rPr kumimoji="0" lang="en-US" sz="1600" b="0" i="0" u="none" strike="noStrike" cap="none" normalizeH="0" baseline="0" dirty="0" smtClean="0">
                <a:ln>
                  <a:noFill/>
                </a:ln>
                <a:solidFill>
                  <a:schemeClr val="bg1"/>
                </a:solidFill>
                <a:effectLst/>
                <a:latin typeface="Arial" panose="020B0604020202020204" pitchFamily="34" charset="0"/>
              </a:rPr>
              <a:t> – Scammers create panic to trick you into acting fast.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sz="1600" b="0" i="0" u="none" strike="noStrike" cap="none" normalizeH="0" baseline="0" dirty="0" smtClean="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600" b="0" i="0" u="none" strike="noStrike" cap="none" normalizeH="0" baseline="0" dirty="0" smtClean="0">
                <a:ln>
                  <a:noFill/>
                </a:ln>
                <a:solidFill>
                  <a:schemeClr val="bg1"/>
                </a:solidFill>
                <a:effectLst/>
                <a:latin typeface="Arial" panose="020B0604020202020204" pitchFamily="34" charset="0"/>
              </a:rPr>
              <a:t>📎 </a:t>
            </a:r>
            <a:r>
              <a:rPr kumimoji="0" lang="en-US" sz="1600" b="1" i="0" u="none" strike="noStrike" cap="none" normalizeH="0" baseline="0" dirty="0" smtClean="0">
                <a:ln>
                  <a:noFill/>
                </a:ln>
                <a:solidFill>
                  <a:schemeClr val="bg1"/>
                </a:solidFill>
                <a:effectLst/>
                <a:latin typeface="Arial" panose="020B0604020202020204" pitchFamily="34" charset="0"/>
              </a:rPr>
              <a:t>Fake Attachments</a:t>
            </a:r>
            <a:r>
              <a:rPr kumimoji="0" lang="en-US" sz="1600" b="0" i="0" u="none" strike="noStrike" cap="none" normalizeH="0" baseline="0" dirty="0" smtClean="0">
                <a:ln>
                  <a:noFill/>
                </a:ln>
                <a:solidFill>
                  <a:schemeClr val="bg1"/>
                </a:solidFill>
                <a:effectLst/>
                <a:latin typeface="Arial" panose="020B0604020202020204" pitchFamily="34" charset="0"/>
              </a:rPr>
              <a:t> – Unexpected files may contain malware—don’t open suspicious ones.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bg1"/>
              </a:solidFill>
              <a:effectLst/>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Google Shape;476;p38"/>
          <p:cNvSpPr/>
          <p:nvPr/>
        </p:nvSpPr>
        <p:spPr>
          <a:xfrm>
            <a:off x="4099345" y="454104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chemeClr val="bg1"/>
              </a:solidFill>
              <a:latin typeface="OpenSymbol"/>
            </a:endParaRPr>
          </a:p>
        </p:txBody>
      </p:sp>
      <p:sp>
        <p:nvSpPr>
          <p:cNvPr id="374" name="Google Shape;477;p38"/>
          <p:cNvSpPr/>
          <p:nvPr/>
        </p:nvSpPr>
        <p:spPr>
          <a:xfrm>
            <a:off x="7924320" y="403920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chemeClr val="bg1"/>
              </a:solidFill>
              <a:latin typeface="OpenSymbol"/>
            </a:endParaRPr>
          </a:p>
        </p:txBody>
      </p:sp>
      <p:grpSp>
        <p:nvGrpSpPr>
          <p:cNvPr id="375" name="Google Shape;478;p38"/>
          <p:cNvGrpSpPr/>
          <p:nvPr/>
        </p:nvGrpSpPr>
        <p:grpSpPr>
          <a:xfrm>
            <a:off x="316080" y="478800"/>
            <a:ext cx="1159200" cy="793080"/>
            <a:chOff x="316080" y="478800"/>
            <a:chExt cx="1159200" cy="793080"/>
          </a:xfrm>
        </p:grpSpPr>
        <p:cxnSp>
          <p:nvCxnSpPr>
            <p:cNvPr id="376" name="Google Shape;479;p38"/>
            <p:cNvCxnSpPr/>
            <p:nvPr/>
          </p:nvCxnSpPr>
          <p:spPr>
            <a:xfrm flipH="1" flipV="1">
              <a:off x="316080" y="478800"/>
              <a:ext cx="1159560" cy="677520"/>
            </a:xfrm>
            <a:prstGeom prst="straightConnector1">
              <a:avLst/>
            </a:prstGeom>
            <a:ln w="38100">
              <a:solidFill>
                <a:srgbClr val="7E4FCF"/>
              </a:solidFill>
              <a:round/>
            </a:ln>
          </p:spPr>
        </p:cxnSp>
        <p:cxnSp>
          <p:nvCxnSpPr>
            <p:cNvPr id="377" name="Google Shape;480;p38"/>
            <p:cNvCxnSpPr/>
            <p:nvPr/>
          </p:nvCxnSpPr>
          <p:spPr>
            <a:xfrm flipH="1" flipV="1">
              <a:off x="1350360" y="750600"/>
              <a:ext cx="115560" cy="394200"/>
            </a:xfrm>
            <a:prstGeom prst="straightConnector1">
              <a:avLst/>
            </a:prstGeom>
            <a:ln w="38100">
              <a:solidFill>
                <a:srgbClr val="7E4FCF"/>
              </a:solidFill>
              <a:round/>
            </a:ln>
          </p:spPr>
        </p:cxnSp>
        <p:cxnSp>
          <p:nvCxnSpPr>
            <p:cNvPr id="378" name="Google Shape;481;p38"/>
            <p:cNvCxnSpPr/>
            <p:nvPr/>
          </p:nvCxnSpPr>
          <p:spPr>
            <a:xfrm flipH="1">
              <a:off x="1042920" y="1153440"/>
              <a:ext cx="417600" cy="118800"/>
            </a:xfrm>
            <a:prstGeom prst="straightConnector1">
              <a:avLst/>
            </a:prstGeom>
            <a:ln w="38100">
              <a:solidFill>
                <a:srgbClr val="7E4FCF"/>
              </a:solidFill>
              <a:round/>
            </a:ln>
          </p:spPr>
        </p:cxnSp>
      </p:grpSp>
      <p:sp>
        <p:nvSpPr>
          <p:cNvPr id="10" name="PlaceHolder 1"/>
          <p:cNvSpPr txBox="1">
            <a:spLocks/>
          </p:cNvSpPr>
          <p:nvPr/>
        </p:nvSpPr>
        <p:spPr>
          <a:xfrm>
            <a:off x="1575756" y="317941"/>
            <a:ext cx="6446580" cy="748008"/>
          </a:xfrm>
          <a:prstGeom prst="rect">
            <a:avLst/>
          </a:prstGeom>
          <a:noFill/>
          <a:ln w="0">
            <a:noFill/>
          </a:ln>
        </p:spPr>
        <p:txBody>
          <a:bodyPr lIns="91440" tIns="91440" rIns="91440" bIns="91440"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US" sz="3200" b="1" u="sng" dirty="0" smtClean="0">
                <a:solidFill>
                  <a:schemeClr val="bg1"/>
                </a:solidFill>
              </a:rPr>
              <a:t>Phishin</a:t>
            </a:r>
            <a:r>
              <a:rPr lang="en-US" sz="3200" b="1" dirty="0" smtClean="0">
                <a:solidFill>
                  <a:schemeClr val="bg1"/>
                </a:solidFill>
              </a:rPr>
              <a:t>g</a:t>
            </a:r>
            <a:r>
              <a:rPr lang="en-US" sz="3200" b="1" u="sng" dirty="0" smtClean="0">
                <a:solidFill>
                  <a:schemeClr val="bg1"/>
                </a:solidFill>
              </a:rPr>
              <a:t> Websites</a:t>
            </a:r>
            <a:r>
              <a:rPr lang="en-US" sz="3200" b="1" dirty="0" smtClean="0">
                <a:solidFill>
                  <a:schemeClr val="bg1"/>
                </a:solidFill>
              </a:rPr>
              <a:t> &amp; </a:t>
            </a:r>
            <a:r>
              <a:rPr lang="en-US" sz="3200" b="1" u="sng" dirty="0" smtClean="0">
                <a:solidFill>
                  <a:schemeClr val="bg1"/>
                </a:solidFill>
              </a:rPr>
              <a:t>Red Fla</a:t>
            </a:r>
            <a:r>
              <a:rPr lang="en-US" sz="3200" b="1" dirty="0" smtClean="0">
                <a:solidFill>
                  <a:schemeClr val="bg1"/>
                </a:solidFill>
              </a:rPr>
              <a:t>g</a:t>
            </a:r>
            <a:r>
              <a:rPr lang="en-US" sz="3200" b="1" u="sng" dirty="0" smtClean="0">
                <a:solidFill>
                  <a:schemeClr val="bg1"/>
                </a:solidFill>
              </a:rPr>
              <a:t>s</a:t>
            </a:r>
            <a:endParaRPr lang="fr-FR" sz="3200" b="1" u="sng" spc="-1" dirty="0">
              <a:solidFill>
                <a:schemeClr val="bg1"/>
              </a:solidFill>
              <a:latin typeface="Arial"/>
            </a:endParaRPr>
          </a:p>
        </p:txBody>
      </p:sp>
      <p:sp>
        <p:nvSpPr>
          <p:cNvPr id="11" name="Rectangle 10"/>
          <p:cNvSpPr>
            <a:spLocks noChangeArrowheads="1"/>
          </p:cNvSpPr>
          <p:nvPr/>
        </p:nvSpPr>
        <p:spPr bwMode="auto">
          <a:xfrm>
            <a:off x="830005" y="1342474"/>
            <a:ext cx="4751158"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600" b="0" i="0" u="none" strike="noStrike" cap="none" normalizeH="0" baseline="0" dirty="0" smtClean="0">
                <a:ln>
                  <a:noFill/>
                </a:ln>
                <a:solidFill>
                  <a:schemeClr val="bg1"/>
                </a:solidFill>
                <a:effectLst/>
                <a:latin typeface="Arial" panose="020B0604020202020204" pitchFamily="34" charset="0"/>
              </a:rPr>
              <a:t>🔒 </a:t>
            </a:r>
            <a:r>
              <a:rPr kumimoji="0" lang="en-US" sz="1600" b="1" i="0" u="none" strike="noStrike" cap="none" normalizeH="0" baseline="0" dirty="0" smtClean="0">
                <a:ln>
                  <a:noFill/>
                </a:ln>
                <a:solidFill>
                  <a:schemeClr val="bg1"/>
                </a:solidFill>
                <a:effectLst/>
                <a:latin typeface="Arial" panose="020B0604020202020204" pitchFamily="34" charset="0"/>
              </a:rPr>
              <a:t>Check for HTTPS &amp; Padlock</a:t>
            </a:r>
            <a:r>
              <a:rPr kumimoji="0" lang="en-US" sz="1600" b="0" i="0" u="none" strike="noStrike" cap="none" normalizeH="0" baseline="0" dirty="0" smtClean="0">
                <a:ln>
                  <a:noFill/>
                </a:ln>
                <a:solidFill>
                  <a:schemeClr val="bg1"/>
                </a:solidFill>
                <a:effectLst/>
                <a:latin typeface="Arial" panose="020B0604020202020204" pitchFamily="34" charset="0"/>
              </a:rPr>
              <a:t> – Secure sites use </a:t>
            </a:r>
            <a:r>
              <a:rPr kumimoji="0" lang="en-US" sz="1600" b="1" i="0" u="none" strike="noStrike" cap="none" normalizeH="0" baseline="0" dirty="0" smtClean="0">
                <a:ln>
                  <a:noFill/>
                </a:ln>
                <a:solidFill>
                  <a:schemeClr val="bg1"/>
                </a:solidFill>
                <a:effectLst/>
                <a:latin typeface="Arial" panose="020B0604020202020204" pitchFamily="34" charset="0"/>
              </a:rPr>
              <a:t>HTTPS</a:t>
            </a:r>
            <a:r>
              <a:rPr kumimoji="0" lang="en-US" sz="1600" b="0" i="0" u="none" strike="noStrike" cap="none" normalizeH="0" baseline="0" dirty="0" smtClean="0">
                <a:ln>
                  <a:noFill/>
                </a:ln>
                <a:solidFill>
                  <a:schemeClr val="bg1"/>
                </a:solidFill>
                <a:effectLst/>
                <a:latin typeface="Arial" panose="020B0604020202020204" pitchFamily="34" charset="0"/>
              </a:rPr>
              <a:t>, but not all HTTPS sites are safe.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sz="1600" b="0" i="0" u="none" strike="noStrike" cap="none" normalizeH="0" baseline="0" dirty="0" smtClean="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600" b="0" i="0" u="none" strike="noStrike" cap="none" normalizeH="0" baseline="0" dirty="0" smtClean="0">
                <a:ln>
                  <a:noFill/>
                </a:ln>
                <a:solidFill>
                  <a:schemeClr val="bg1"/>
                </a:solidFill>
                <a:effectLst/>
                <a:latin typeface="Arial" panose="020B0604020202020204" pitchFamily="34" charset="0"/>
              </a:rPr>
              <a:t>🌐 </a:t>
            </a:r>
            <a:r>
              <a:rPr kumimoji="0" lang="en-US" sz="1600" b="1" i="0" u="none" strike="noStrike" cap="none" normalizeH="0" baseline="0" dirty="0" smtClean="0">
                <a:ln>
                  <a:noFill/>
                </a:ln>
                <a:solidFill>
                  <a:schemeClr val="bg1"/>
                </a:solidFill>
                <a:effectLst/>
                <a:latin typeface="Arial" panose="020B0604020202020204" pitchFamily="34" charset="0"/>
              </a:rPr>
              <a:t>Verify the Domain</a:t>
            </a:r>
            <a:r>
              <a:rPr kumimoji="0" lang="en-US" sz="1600" b="0" i="0" u="none" strike="noStrike" cap="none" normalizeH="0" baseline="0" dirty="0" smtClean="0">
                <a:ln>
                  <a:noFill/>
                </a:ln>
                <a:solidFill>
                  <a:schemeClr val="bg1"/>
                </a:solidFill>
                <a:effectLst/>
                <a:latin typeface="Arial" panose="020B0604020202020204" pitchFamily="34" charset="0"/>
              </a:rPr>
              <a:t> – Look for misspellings (e.g., g00gle.com vs. google.com).</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sz="1600" b="0" i="0" u="none" strike="noStrike" cap="none" normalizeH="0" baseline="0" dirty="0" smtClean="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600" b="0" i="0" u="none" strike="noStrike" cap="none" normalizeH="0" baseline="0" dirty="0" smtClean="0">
                <a:ln>
                  <a:noFill/>
                </a:ln>
                <a:solidFill>
                  <a:schemeClr val="bg1"/>
                </a:solidFill>
                <a:effectLst/>
                <a:latin typeface="Arial" panose="020B0604020202020204" pitchFamily="34" charset="0"/>
              </a:rPr>
              <a:t>⚠️ </a:t>
            </a:r>
            <a:r>
              <a:rPr kumimoji="0" lang="en-US" sz="1600" b="1" i="0" u="none" strike="noStrike" cap="none" normalizeH="0" baseline="0" dirty="0" smtClean="0">
                <a:ln>
                  <a:noFill/>
                </a:ln>
                <a:solidFill>
                  <a:schemeClr val="bg1"/>
                </a:solidFill>
                <a:effectLst/>
                <a:latin typeface="Arial" panose="020B0604020202020204" pitchFamily="34" charset="0"/>
              </a:rPr>
              <a:t>Beware of Pop-ups</a:t>
            </a:r>
            <a:r>
              <a:rPr kumimoji="0" lang="en-US" sz="1600" b="0" i="0" u="none" strike="noStrike" cap="none" normalizeH="0" baseline="0" dirty="0" smtClean="0">
                <a:ln>
                  <a:noFill/>
                </a:ln>
                <a:solidFill>
                  <a:schemeClr val="bg1"/>
                </a:solidFill>
                <a:effectLst/>
                <a:latin typeface="Arial" panose="020B0604020202020204" pitchFamily="34" charset="0"/>
              </a:rPr>
              <a:t> – Fake login prompts may steal your credentials.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sz="1600" b="0" i="0" u="none" strike="noStrike" cap="none" normalizeH="0" baseline="0" dirty="0" smtClean="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600" b="0" i="0" u="none" strike="noStrike" cap="none" normalizeH="0" baseline="0" dirty="0" smtClean="0">
                <a:ln>
                  <a:noFill/>
                </a:ln>
                <a:solidFill>
                  <a:schemeClr val="bg1"/>
                </a:solidFill>
                <a:effectLst/>
                <a:latin typeface="Arial" panose="020B0604020202020204" pitchFamily="34" charset="0"/>
              </a:rPr>
              <a:t>📂 </a:t>
            </a:r>
            <a:r>
              <a:rPr kumimoji="0" lang="en-US" sz="1600" b="1" i="0" u="none" strike="noStrike" cap="none" normalizeH="0" baseline="0" dirty="0" smtClean="0">
                <a:ln>
                  <a:noFill/>
                </a:ln>
                <a:solidFill>
                  <a:schemeClr val="bg1"/>
                </a:solidFill>
                <a:effectLst/>
                <a:latin typeface="Arial" panose="020B0604020202020204" pitchFamily="34" charset="0"/>
              </a:rPr>
              <a:t>Avoid Unknown Downloads</a:t>
            </a:r>
            <a:r>
              <a:rPr kumimoji="0" lang="en-US" sz="1600" b="0" i="0" u="none" strike="noStrike" cap="none" normalizeH="0" baseline="0" dirty="0" smtClean="0">
                <a:ln>
                  <a:noFill/>
                </a:ln>
                <a:solidFill>
                  <a:schemeClr val="bg1"/>
                </a:solidFill>
                <a:effectLst/>
                <a:latin typeface="Arial" panose="020B0604020202020204" pitchFamily="34" charset="0"/>
              </a:rPr>
              <a:t> – Malicious files can install malware on your device.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sz="1600" b="0" i="0" u="none" strike="noStrike" cap="none" normalizeH="0" baseline="0" dirty="0" smtClean="0">
              <a:ln>
                <a:noFill/>
              </a:ln>
              <a:solidFill>
                <a:schemeClr val="bg1"/>
              </a:solidFill>
              <a:effectLst/>
              <a:latin typeface="Arial" panose="020B0604020202020204" pitchFamily="34" charset="0"/>
            </a:endParaRPr>
          </a:p>
        </p:txBody>
      </p:sp>
      <p:pic>
        <p:nvPicPr>
          <p:cNvPr id="12" name="Picture 4" descr="Phishing Website Vector Outline Icon Design Stock Vector (Royalty Free)  2321251823 | Shutterstock"/>
          <p:cNvPicPr>
            <a:picLocks noChangeAspect="1" noChangeArrowheads="1"/>
          </p:cNvPicPr>
          <p:nvPr/>
        </p:nvPicPr>
        <p:blipFill rotWithShape="1">
          <a:blip r:embed="rId2">
            <a:extLst>
              <a:ext uri="{28A0092B-C50C-407E-A947-70E740481C1C}">
                <a14:useLocalDpi xmlns:a14="http://schemas.microsoft.com/office/drawing/2010/main" val="0"/>
              </a:ext>
            </a:extLst>
          </a:blip>
          <a:srcRect l="14648" t="7254" r="15531" b="11590"/>
          <a:stretch/>
        </p:blipFill>
        <p:spPr bwMode="auto">
          <a:xfrm>
            <a:off x="5892410" y="1404668"/>
            <a:ext cx="2129926" cy="2666129"/>
          </a:xfrm>
          <a:prstGeom prst="rect">
            <a:avLst/>
          </a:prstGeom>
          <a:noFill/>
          <a:scene3d>
            <a:camera prst="orthographicFront"/>
            <a:lightRig rig="threePt" dir="t"/>
          </a:scene3d>
          <a:sp3d extrusionH="38100">
            <a:bevelT w="82550" h="101600"/>
            <a:bevelB w="69850" h="95250"/>
          </a:sp3d>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2" name="Google Shape;823;p61"/>
          <p:cNvGrpSpPr/>
          <p:nvPr/>
        </p:nvGrpSpPr>
        <p:grpSpPr>
          <a:xfrm>
            <a:off x="195333" y="4267200"/>
            <a:ext cx="584955" cy="616032"/>
            <a:chOff x="663840" y="3523320"/>
            <a:chExt cx="871560" cy="1042920"/>
          </a:xfrm>
        </p:grpSpPr>
        <p:cxnSp>
          <p:nvCxnSpPr>
            <p:cNvPr id="383" name="Google Shape;824;p61"/>
            <p:cNvCxnSpPr/>
            <p:nvPr/>
          </p:nvCxnSpPr>
          <p:spPr>
            <a:xfrm flipH="1">
              <a:off x="663840" y="3523320"/>
              <a:ext cx="845640" cy="1043280"/>
            </a:xfrm>
            <a:prstGeom prst="straightConnector1">
              <a:avLst/>
            </a:prstGeom>
            <a:ln w="38100">
              <a:solidFill>
                <a:srgbClr val="7E4FCF"/>
              </a:solidFill>
              <a:round/>
            </a:ln>
          </p:spPr>
        </p:cxnSp>
        <p:cxnSp>
          <p:nvCxnSpPr>
            <p:cNvPr id="384" name="Google Shape;825;p61"/>
            <p:cNvCxnSpPr/>
            <p:nvPr/>
          </p:nvCxnSpPr>
          <p:spPr>
            <a:xfrm>
              <a:off x="1504080" y="3537360"/>
              <a:ext cx="31680" cy="409680"/>
            </a:xfrm>
            <a:prstGeom prst="straightConnector1">
              <a:avLst/>
            </a:prstGeom>
            <a:ln w="38100">
              <a:solidFill>
                <a:srgbClr val="7E4FCF"/>
              </a:solidFill>
              <a:round/>
            </a:ln>
          </p:spPr>
        </p:cxnSp>
        <p:cxnSp>
          <p:nvCxnSpPr>
            <p:cNvPr id="385" name="Google Shape;826;p61"/>
            <p:cNvCxnSpPr/>
            <p:nvPr/>
          </p:nvCxnSpPr>
          <p:spPr>
            <a:xfrm flipH="1">
              <a:off x="1063800" y="3530880"/>
              <a:ext cx="432360" cy="36720"/>
            </a:xfrm>
            <a:prstGeom prst="straightConnector1">
              <a:avLst/>
            </a:prstGeom>
            <a:ln w="38100">
              <a:solidFill>
                <a:srgbClr val="7E4FCF"/>
              </a:solidFill>
              <a:round/>
            </a:ln>
          </p:spPr>
        </p:cxnSp>
      </p:grpSp>
      <p:sp>
        <p:nvSpPr>
          <p:cNvPr id="9" name="PlaceHolder 1"/>
          <p:cNvSpPr txBox="1">
            <a:spLocks/>
          </p:cNvSpPr>
          <p:nvPr/>
        </p:nvSpPr>
        <p:spPr>
          <a:xfrm>
            <a:off x="1496744" y="589834"/>
            <a:ext cx="7330263" cy="1124185"/>
          </a:xfrm>
          <a:prstGeom prst="rect">
            <a:avLst/>
          </a:prstGeom>
          <a:noFill/>
          <a:ln w="0">
            <a:noFill/>
          </a:ln>
        </p:spPr>
        <p:txBody>
          <a:bodyPr lIns="91440" tIns="91440" rIns="91440" bIns="9144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US" sz="3200" b="1" u="sng" dirty="0" smtClean="0">
                <a:solidFill>
                  <a:schemeClr val="bg1"/>
                </a:solidFill>
              </a:rPr>
              <a:t>Social En</a:t>
            </a:r>
            <a:r>
              <a:rPr lang="en-US" sz="3200" b="1" dirty="0" smtClean="0">
                <a:solidFill>
                  <a:schemeClr val="bg1"/>
                </a:solidFill>
              </a:rPr>
              <a:t>g</a:t>
            </a:r>
            <a:r>
              <a:rPr lang="en-US" sz="3200" b="1" u="sng" dirty="0" smtClean="0">
                <a:solidFill>
                  <a:schemeClr val="bg1"/>
                </a:solidFill>
              </a:rPr>
              <a:t>ineerin</a:t>
            </a:r>
            <a:r>
              <a:rPr lang="en-US" sz="3200" b="1" dirty="0" smtClean="0">
                <a:solidFill>
                  <a:schemeClr val="bg1"/>
                </a:solidFill>
              </a:rPr>
              <a:t>g</a:t>
            </a:r>
            <a:r>
              <a:rPr lang="en-US" sz="3200" b="1" u="sng" dirty="0" smtClean="0">
                <a:solidFill>
                  <a:schemeClr val="bg1"/>
                </a:solidFill>
              </a:rPr>
              <a:t> Tactics</a:t>
            </a:r>
            <a:endParaRPr lang="fr-FR" sz="3200" b="1" u="sng" spc="-1" dirty="0">
              <a:solidFill>
                <a:schemeClr val="bg1"/>
              </a:solidFill>
              <a:latin typeface="Arial"/>
            </a:endParaRPr>
          </a:p>
        </p:txBody>
      </p:sp>
      <p:sp>
        <p:nvSpPr>
          <p:cNvPr id="10" name="PlaceHolder 2"/>
          <p:cNvSpPr txBox="1">
            <a:spLocks/>
          </p:cNvSpPr>
          <p:nvPr/>
        </p:nvSpPr>
        <p:spPr>
          <a:xfrm>
            <a:off x="618153" y="1573366"/>
            <a:ext cx="6711796" cy="3304429"/>
          </a:xfrm>
          <a:prstGeom prst="rect">
            <a:avLst/>
          </a:prstGeom>
          <a:noFill/>
          <a:ln w="0">
            <a:noFill/>
          </a:ln>
        </p:spPr>
        <p:txBody>
          <a:bodyPr lIns="91440" tIns="91440" rIns="91440" bIns="9144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1600" dirty="0" smtClean="0">
                <a:solidFill>
                  <a:schemeClr val="bg1"/>
                </a:solidFill>
              </a:rPr>
              <a:t>🎭 </a:t>
            </a:r>
            <a:r>
              <a:rPr lang="en-US" sz="1600" b="1" dirty="0" smtClean="0">
                <a:solidFill>
                  <a:schemeClr val="bg1"/>
                </a:solidFill>
              </a:rPr>
              <a:t>Pretexting</a:t>
            </a:r>
            <a:r>
              <a:rPr lang="en-US" sz="1600" dirty="0" smtClean="0">
                <a:solidFill>
                  <a:schemeClr val="bg1"/>
                </a:solidFill>
              </a:rPr>
              <a:t> – Attackers impersonate trusted figures (e.g., IT staff, banks) to manipulate victims into revealing confidential data. They often create believable scenarios to gain trust.</a:t>
            </a:r>
          </a:p>
          <a:p>
            <a:pPr>
              <a:buFont typeface="Wingdings" panose="05000000000000000000" pitchFamily="2" charset="2"/>
              <a:buChar char="Ø"/>
            </a:pPr>
            <a:endParaRPr lang="en-US" sz="1600" dirty="0" smtClean="0">
              <a:solidFill>
                <a:schemeClr val="bg1"/>
              </a:solidFill>
            </a:endParaRPr>
          </a:p>
          <a:p>
            <a:pPr>
              <a:buFont typeface="Wingdings" panose="05000000000000000000" pitchFamily="2" charset="2"/>
              <a:buChar char="Ø"/>
            </a:pPr>
            <a:r>
              <a:rPr lang="en-US" sz="1600" dirty="0" smtClean="0">
                <a:solidFill>
                  <a:schemeClr val="bg1"/>
                </a:solidFill>
              </a:rPr>
              <a:t>🎁 </a:t>
            </a:r>
            <a:r>
              <a:rPr lang="en-US" sz="1600" b="1" dirty="0" smtClean="0">
                <a:solidFill>
                  <a:schemeClr val="bg1"/>
                </a:solidFill>
              </a:rPr>
              <a:t>Baiting</a:t>
            </a:r>
            <a:r>
              <a:rPr lang="en-US" sz="1600" dirty="0" smtClean="0">
                <a:solidFill>
                  <a:schemeClr val="bg1"/>
                </a:solidFill>
              </a:rPr>
              <a:t> – Fraudsters lure victims with free offers, USB drives, or fake downloads that contain malware or steal credentials. Curiosity or greed often leads to compromise.</a:t>
            </a:r>
          </a:p>
          <a:p>
            <a:pPr>
              <a:buFont typeface="Wingdings" panose="05000000000000000000" pitchFamily="2" charset="2"/>
              <a:buChar char="Ø"/>
            </a:pPr>
            <a:endParaRPr lang="en-US" sz="1600" dirty="0" smtClean="0">
              <a:solidFill>
                <a:schemeClr val="bg1"/>
              </a:solidFill>
            </a:endParaRPr>
          </a:p>
          <a:p>
            <a:pPr>
              <a:buFont typeface="Wingdings" panose="05000000000000000000" pitchFamily="2" charset="2"/>
              <a:buChar char="Ø"/>
            </a:pPr>
            <a:r>
              <a:rPr lang="en-US" sz="1600" dirty="0" smtClean="0">
                <a:solidFill>
                  <a:schemeClr val="bg1"/>
                </a:solidFill>
              </a:rPr>
              <a:t>🔄 </a:t>
            </a:r>
            <a:r>
              <a:rPr lang="en-US" sz="1600" b="1" dirty="0" smtClean="0">
                <a:solidFill>
                  <a:schemeClr val="bg1"/>
                </a:solidFill>
              </a:rPr>
              <a:t>Quid Pro Quo</a:t>
            </a:r>
            <a:r>
              <a:rPr lang="en-US" sz="1600" dirty="0" smtClean="0">
                <a:solidFill>
                  <a:schemeClr val="bg1"/>
                </a:solidFill>
              </a:rPr>
              <a:t> – Scammers promise benefits like tech support or exclusive services in exchange for login details or access to systems, exploiting human nature to gain control.</a:t>
            </a:r>
            <a:endParaRPr lang="en-US" sz="16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Google Shape;476;p38"/>
          <p:cNvSpPr/>
          <p:nvPr/>
        </p:nvSpPr>
        <p:spPr>
          <a:xfrm>
            <a:off x="5664816" y="442854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chemeClr val="bg1"/>
              </a:solidFill>
              <a:latin typeface="OpenSymbol"/>
            </a:endParaRPr>
          </a:p>
        </p:txBody>
      </p:sp>
      <p:sp>
        <p:nvSpPr>
          <p:cNvPr id="389" name="Google Shape;477;p38"/>
          <p:cNvSpPr/>
          <p:nvPr/>
        </p:nvSpPr>
        <p:spPr>
          <a:xfrm>
            <a:off x="7924320" y="403920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chemeClr val="bg1"/>
              </a:solidFill>
              <a:latin typeface="OpenSymbol"/>
            </a:endParaRPr>
          </a:p>
        </p:txBody>
      </p:sp>
      <p:grpSp>
        <p:nvGrpSpPr>
          <p:cNvPr id="390" name="Google Shape;478;p38"/>
          <p:cNvGrpSpPr/>
          <p:nvPr/>
        </p:nvGrpSpPr>
        <p:grpSpPr>
          <a:xfrm>
            <a:off x="316080" y="478800"/>
            <a:ext cx="1159200" cy="793080"/>
            <a:chOff x="316080" y="478800"/>
            <a:chExt cx="1159200" cy="793080"/>
          </a:xfrm>
        </p:grpSpPr>
        <p:cxnSp>
          <p:nvCxnSpPr>
            <p:cNvPr id="391" name="Google Shape;479;p38"/>
            <p:cNvCxnSpPr/>
            <p:nvPr/>
          </p:nvCxnSpPr>
          <p:spPr>
            <a:xfrm flipH="1" flipV="1">
              <a:off x="316080" y="478800"/>
              <a:ext cx="1159560" cy="677520"/>
            </a:xfrm>
            <a:prstGeom prst="straightConnector1">
              <a:avLst/>
            </a:prstGeom>
            <a:ln w="38100">
              <a:solidFill>
                <a:srgbClr val="7E4FCF"/>
              </a:solidFill>
              <a:round/>
            </a:ln>
          </p:spPr>
        </p:cxnSp>
        <p:cxnSp>
          <p:nvCxnSpPr>
            <p:cNvPr id="392" name="Google Shape;480;p38"/>
            <p:cNvCxnSpPr/>
            <p:nvPr/>
          </p:nvCxnSpPr>
          <p:spPr>
            <a:xfrm flipH="1" flipV="1">
              <a:off x="1350360" y="750600"/>
              <a:ext cx="115560" cy="394200"/>
            </a:xfrm>
            <a:prstGeom prst="straightConnector1">
              <a:avLst/>
            </a:prstGeom>
            <a:ln w="38100">
              <a:solidFill>
                <a:srgbClr val="7E4FCF"/>
              </a:solidFill>
              <a:round/>
            </a:ln>
          </p:spPr>
        </p:cxnSp>
        <p:cxnSp>
          <p:nvCxnSpPr>
            <p:cNvPr id="393" name="Google Shape;481;p38"/>
            <p:cNvCxnSpPr/>
            <p:nvPr/>
          </p:nvCxnSpPr>
          <p:spPr>
            <a:xfrm flipH="1">
              <a:off x="1042920" y="1153440"/>
              <a:ext cx="417600" cy="118800"/>
            </a:xfrm>
            <a:prstGeom prst="straightConnector1">
              <a:avLst/>
            </a:prstGeom>
            <a:ln w="38100">
              <a:solidFill>
                <a:srgbClr val="7E4FCF"/>
              </a:solidFill>
              <a:round/>
            </a:ln>
          </p:spPr>
        </p:cxnSp>
      </p:grpSp>
      <p:sp>
        <p:nvSpPr>
          <p:cNvPr id="10" name="PlaceHolder 1"/>
          <p:cNvSpPr txBox="1">
            <a:spLocks/>
          </p:cNvSpPr>
          <p:nvPr/>
        </p:nvSpPr>
        <p:spPr>
          <a:xfrm>
            <a:off x="1595400" y="83928"/>
            <a:ext cx="4976088" cy="806087"/>
          </a:xfrm>
          <a:prstGeom prst="rect">
            <a:avLst/>
          </a:prstGeom>
          <a:noFill/>
          <a:ln w="0">
            <a:noFill/>
          </a:ln>
        </p:spPr>
        <p:txBody>
          <a:bodyPr lIns="91440" tIns="91440" rIns="91440" bIns="91440" anchor="b">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US" sz="3200" b="1" u="sng" dirty="0" smtClean="0">
                <a:solidFill>
                  <a:schemeClr val="bg1"/>
                </a:solidFill>
              </a:rPr>
              <a:t>Best Practices to Stay Safe</a:t>
            </a:r>
            <a:endParaRPr lang="fr-FR" sz="3200" b="1" u="sng" spc="-1" dirty="0">
              <a:solidFill>
                <a:schemeClr val="bg1"/>
              </a:solidFill>
              <a:latin typeface="Arial"/>
            </a:endParaRPr>
          </a:p>
        </p:txBody>
      </p:sp>
      <p:sp>
        <p:nvSpPr>
          <p:cNvPr id="11" name="Rectangle 10"/>
          <p:cNvSpPr>
            <a:spLocks noChangeArrowheads="1"/>
          </p:cNvSpPr>
          <p:nvPr/>
        </p:nvSpPr>
        <p:spPr bwMode="auto">
          <a:xfrm>
            <a:off x="216374" y="1296640"/>
            <a:ext cx="5334528"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400" b="1" i="0" u="none" strike="noStrike" cap="none" normalizeH="0" baseline="0" dirty="0" smtClean="0">
                <a:ln>
                  <a:noFill/>
                </a:ln>
                <a:solidFill>
                  <a:schemeClr val="bg1"/>
                </a:solidFill>
                <a:effectLst/>
                <a:latin typeface="Arial" panose="020B0604020202020204" pitchFamily="34" charset="0"/>
              </a:rPr>
              <a:t>MFA:</a:t>
            </a:r>
            <a:r>
              <a:rPr kumimoji="0" lang="en-US" sz="1400" b="0" i="0" u="none" strike="noStrike" cap="none" normalizeH="0" baseline="0" dirty="0" smtClean="0">
                <a:ln>
                  <a:noFill/>
                </a:ln>
                <a:solidFill>
                  <a:schemeClr val="bg1"/>
                </a:solidFill>
                <a:effectLst/>
                <a:latin typeface="Arial" panose="020B0604020202020204" pitchFamily="34" charset="0"/>
              </a:rPr>
              <a:t> Enable Multi-Factor Authentication for all accounts.</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sz="1400" b="0" i="0" u="none" strike="noStrike" cap="none" normalizeH="0" baseline="0" dirty="0" smtClean="0">
              <a:ln>
                <a:noFill/>
              </a:ln>
              <a:solidFill>
                <a:schemeClr val="bg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400" b="1" i="0" u="none" strike="noStrike" cap="none" normalizeH="0" baseline="0" dirty="0" smtClean="0">
                <a:ln>
                  <a:noFill/>
                </a:ln>
                <a:solidFill>
                  <a:schemeClr val="bg1"/>
                </a:solidFill>
                <a:effectLst/>
                <a:latin typeface="Arial" panose="020B0604020202020204" pitchFamily="34" charset="0"/>
              </a:rPr>
              <a:t>Updates:</a:t>
            </a:r>
            <a:r>
              <a:rPr kumimoji="0" lang="en-US" sz="1400" b="0" i="0" u="none" strike="noStrike" cap="none" normalizeH="0" baseline="0" dirty="0" smtClean="0">
                <a:ln>
                  <a:noFill/>
                </a:ln>
                <a:solidFill>
                  <a:schemeClr val="bg1"/>
                </a:solidFill>
                <a:effectLst/>
                <a:latin typeface="Arial" panose="020B0604020202020204" pitchFamily="34" charset="0"/>
              </a:rPr>
              <a:t> Regularly update software &amp; security patches.</a:t>
            </a:r>
          </a:p>
          <a:p>
            <a:pPr marR="0" lvl="0" algn="l" defTabSz="914400" rtl="0" eaLnBrk="0" fontAlgn="base" latinLnBrk="0" hangingPunct="0">
              <a:lnSpc>
                <a:spcPct val="100000"/>
              </a:lnSpc>
              <a:spcBef>
                <a:spcPct val="0"/>
              </a:spcBef>
              <a:spcAft>
                <a:spcPct val="0"/>
              </a:spcAft>
              <a:buClrTx/>
              <a:buSzTx/>
              <a:tabLst/>
            </a:pPr>
            <a:r>
              <a:rPr kumimoji="0" lang="en-US" sz="1400" b="0" i="0" u="none" strike="noStrike" cap="none" normalizeH="0" baseline="0" dirty="0" smtClean="0">
                <a:ln>
                  <a:noFill/>
                </a:ln>
                <a:solidFill>
                  <a:schemeClr val="bg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400" b="1" i="0" u="none" strike="noStrike" cap="none" normalizeH="0" baseline="0" dirty="0" smtClean="0">
                <a:ln>
                  <a:noFill/>
                </a:ln>
                <a:solidFill>
                  <a:schemeClr val="bg1"/>
                </a:solidFill>
                <a:effectLst/>
                <a:latin typeface="Arial" panose="020B0604020202020204" pitchFamily="34" charset="0"/>
              </a:rPr>
              <a:t>Passwords:</a:t>
            </a:r>
            <a:r>
              <a:rPr kumimoji="0" lang="en-US" sz="1400" b="0" i="0" u="none" strike="noStrike" cap="none" normalizeH="0" baseline="0" dirty="0" smtClean="0">
                <a:ln>
                  <a:noFill/>
                </a:ln>
                <a:solidFill>
                  <a:schemeClr val="bg1"/>
                </a:solidFill>
                <a:effectLst/>
                <a:latin typeface="Arial" panose="020B0604020202020204" pitchFamily="34" charset="0"/>
              </a:rPr>
              <a:t> Use a password manager &amp; strong, unique passwords.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sz="1400" b="0" i="0" u="none" strike="noStrike" cap="none" normalizeH="0" baseline="0" dirty="0" smtClean="0">
              <a:ln>
                <a:noFill/>
              </a:ln>
              <a:solidFill>
                <a:schemeClr val="bg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400" b="1" i="0" u="none" strike="noStrike" cap="none" normalizeH="0" baseline="0" dirty="0" smtClean="0">
                <a:ln>
                  <a:noFill/>
                </a:ln>
                <a:solidFill>
                  <a:schemeClr val="bg1"/>
                </a:solidFill>
                <a:effectLst/>
                <a:latin typeface="Arial" panose="020B0604020202020204" pitchFamily="34" charset="0"/>
              </a:rPr>
              <a:t>Reporting:</a:t>
            </a:r>
            <a:r>
              <a:rPr kumimoji="0" lang="en-US" sz="1400" b="0" i="0" u="none" strike="noStrike" cap="none" normalizeH="0" baseline="0" dirty="0" smtClean="0">
                <a:ln>
                  <a:noFill/>
                </a:ln>
                <a:solidFill>
                  <a:schemeClr val="bg1"/>
                </a:solidFill>
                <a:effectLst/>
                <a:latin typeface="Arial" panose="020B0604020202020204" pitchFamily="34" charset="0"/>
              </a:rPr>
              <a:t> Immediately report suspicious emails to IT/security.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sz="1400" b="0" i="0" u="none" strike="noStrike" cap="none" normalizeH="0" baseline="0" dirty="0" smtClean="0">
              <a:ln>
                <a:noFill/>
              </a:ln>
              <a:solidFill>
                <a:schemeClr val="bg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400" b="1" i="0" u="none" strike="noStrike" cap="none" normalizeH="0" baseline="0" dirty="0" smtClean="0">
                <a:ln>
                  <a:noFill/>
                </a:ln>
                <a:solidFill>
                  <a:schemeClr val="bg1"/>
                </a:solidFill>
                <a:effectLst/>
                <a:latin typeface="Arial" panose="020B0604020202020204" pitchFamily="34" charset="0"/>
              </a:rPr>
              <a:t>Verify Links:</a:t>
            </a:r>
            <a:r>
              <a:rPr kumimoji="0" lang="en-US" sz="1400" b="0" i="0" u="none" strike="noStrike" cap="none" normalizeH="0" baseline="0" dirty="0" smtClean="0">
                <a:ln>
                  <a:noFill/>
                </a:ln>
                <a:solidFill>
                  <a:schemeClr val="bg1"/>
                </a:solidFill>
                <a:effectLst/>
                <a:latin typeface="Arial" panose="020B0604020202020204" pitchFamily="34" charset="0"/>
              </a:rPr>
              <a:t> Avoid clicking on unknown links; verify URLs.</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sz="1400" b="0" i="0" u="none" strike="noStrike" cap="none" normalizeH="0" baseline="0" dirty="0" smtClean="0">
              <a:ln>
                <a:noFill/>
              </a:ln>
              <a:solidFill>
                <a:schemeClr val="bg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400" b="1" i="0" u="none" strike="noStrike" cap="none" normalizeH="0" baseline="0" dirty="0" smtClean="0">
                <a:ln>
                  <a:noFill/>
                </a:ln>
                <a:solidFill>
                  <a:schemeClr val="bg1"/>
                </a:solidFill>
                <a:effectLst/>
                <a:latin typeface="Arial" panose="020B0604020202020204" pitchFamily="34" charset="0"/>
              </a:rPr>
              <a:t>Secure Networks:</a:t>
            </a:r>
            <a:r>
              <a:rPr kumimoji="0" lang="en-US" sz="1400" b="0" i="0" u="none" strike="noStrike" cap="none" normalizeH="0" baseline="0" dirty="0" smtClean="0">
                <a:ln>
                  <a:noFill/>
                </a:ln>
                <a:solidFill>
                  <a:schemeClr val="bg1"/>
                </a:solidFill>
                <a:effectLst/>
                <a:latin typeface="Arial" panose="020B0604020202020204" pitchFamily="34" charset="0"/>
              </a:rPr>
              <a:t> Use secure, private Wi-Fi; avoid public networks for sensitive tasks.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sz="1400" b="0" i="0" u="none" strike="noStrike" cap="none" normalizeH="0" baseline="0" dirty="0" smtClean="0">
              <a:ln>
                <a:noFill/>
              </a:ln>
              <a:solidFill>
                <a:schemeClr val="bg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400" b="1" i="0" u="none" strike="noStrike" cap="none" normalizeH="0" baseline="0" dirty="0" smtClean="0">
                <a:ln>
                  <a:noFill/>
                </a:ln>
                <a:solidFill>
                  <a:schemeClr val="bg1"/>
                </a:solidFill>
                <a:effectLst/>
                <a:latin typeface="Arial" panose="020B0604020202020204" pitchFamily="34" charset="0"/>
              </a:rPr>
              <a:t>Data Backup:</a:t>
            </a:r>
            <a:r>
              <a:rPr kumimoji="0" lang="en-US" sz="1400" b="0" i="0" u="none" strike="noStrike" cap="none" normalizeH="0" baseline="0" dirty="0" smtClean="0">
                <a:ln>
                  <a:noFill/>
                </a:ln>
                <a:solidFill>
                  <a:schemeClr val="bg1"/>
                </a:solidFill>
                <a:effectLst/>
                <a:latin typeface="Arial" panose="020B0604020202020204" pitchFamily="34" charset="0"/>
              </a:rPr>
              <a:t> Regularly back up important data.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sz="1400" b="0" i="0" u="none" strike="noStrike" cap="none" normalizeH="0" baseline="0" dirty="0" smtClean="0">
              <a:ln>
                <a:noFill/>
              </a:ln>
              <a:solidFill>
                <a:schemeClr val="bg1"/>
              </a:solidFill>
              <a:effectLst/>
              <a:latin typeface="Arial" panose="020B0604020202020204" pitchFamily="34" charset="0"/>
            </a:endParaRPr>
          </a:p>
        </p:txBody>
      </p:sp>
      <p:sp>
        <p:nvSpPr>
          <p:cNvPr id="12" name="Google Shape;841;p46"/>
          <p:cNvSpPr/>
          <p:nvPr/>
        </p:nvSpPr>
        <p:spPr>
          <a:xfrm>
            <a:off x="5555674" y="1039527"/>
            <a:ext cx="3033000" cy="3033000"/>
          </a:xfrm>
          <a:prstGeom prst="ellipse">
            <a:avLst/>
          </a:prstGeom>
          <a:blipFill rotWithShape="0">
            <a:blip r:embed="rId2"/>
            <a:srcRect/>
            <a:stretch/>
          </a:blipFill>
          <a:ln w="38100">
            <a:solidFill>
              <a:srgbClr val="F8F8F8"/>
            </a:solidFill>
            <a:round/>
          </a:ln>
          <a:effectLst>
            <a:softEdge rad="25400"/>
          </a:effectLst>
          <a:scene3d>
            <a:camera prst="orthographicFront"/>
            <a:lightRig rig="threePt" dir="t"/>
          </a:scene3d>
          <a:sp3d>
            <a:bevelT w="57150" h="107950"/>
            <a:bevelB w="38100"/>
          </a:sp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 name="Google Shape;476;p38"/>
          <p:cNvSpPr/>
          <p:nvPr/>
        </p:nvSpPr>
        <p:spPr>
          <a:xfrm>
            <a:off x="7426980" y="4775688"/>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chemeClr val="bg1"/>
              </a:solidFill>
              <a:latin typeface="OpenSymbol"/>
            </a:endParaRPr>
          </a:p>
        </p:txBody>
      </p:sp>
      <p:sp>
        <p:nvSpPr>
          <p:cNvPr id="397" name="Google Shape;477;p38"/>
          <p:cNvSpPr/>
          <p:nvPr/>
        </p:nvSpPr>
        <p:spPr>
          <a:xfrm>
            <a:off x="7924320" y="403920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chemeClr val="bg1"/>
              </a:solidFill>
              <a:latin typeface="OpenSymbol"/>
            </a:endParaRPr>
          </a:p>
        </p:txBody>
      </p:sp>
      <p:grpSp>
        <p:nvGrpSpPr>
          <p:cNvPr id="398" name="Google Shape;478;p38"/>
          <p:cNvGrpSpPr/>
          <p:nvPr/>
        </p:nvGrpSpPr>
        <p:grpSpPr>
          <a:xfrm>
            <a:off x="316080" y="478800"/>
            <a:ext cx="1159200" cy="793080"/>
            <a:chOff x="316080" y="478800"/>
            <a:chExt cx="1159200" cy="793080"/>
          </a:xfrm>
        </p:grpSpPr>
        <p:cxnSp>
          <p:nvCxnSpPr>
            <p:cNvPr id="399" name="Google Shape;479;p38"/>
            <p:cNvCxnSpPr/>
            <p:nvPr/>
          </p:nvCxnSpPr>
          <p:spPr>
            <a:xfrm flipH="1" flipV="1">
              <a:off x="316080" y="478800"/>
              <a:ext cx="1159560" cy="677520"/>
            </a:xfrm>
            <a:prstGeom prst="straightConnector1">
              <a:avLst/>
            </a:prstGeom>
            <a:ln w="38100">
              <a:solidFill>
                <a:srgbClr val="7E4FCF"/>
              </a:solidFill>
              <a:round/>
            </a:ln>
          </p:spPr>
        </p:cxnSp>
        <p:cxnSp>
          <p:nvCxnSpPr>
            <p:cNvPr id="400" name="Google Shape;480;p38"/>
            <p:cNvCxnSpPr/>
            <p:nvPr/>
          </p:nvCxnSpPr>
          <p:spPr>
            <a:xfrm flipH="1" flipV="1">
              <a:off x="1350360" y="750600"/>
              <a:ext cx="115560" cy="394200"/>
            </a:xfrm>
            <a:prstGeom prst="straightConnector1">
              <a:avLst/>
            </a:prstGeom>
            <a:ln w="38100">
              <a:solidFill>
                <a:srgbClr val="7E4FCF"/>
              </a:solidFill>
              <a:round/>
            </a:ln>
          </p:spPr>
        </p:cxnSp>
        <p:cxnSp>
          <p:nvCxnSpPr>
            <p:cNvPr id="401" name="Google Shape;481;p38"/>
            <p:cNvCxnSpPr/>
            <p:nvPr/>
          </p:nvCxnSpPr>
          <p:spPr>
            <a:xfrm flipH="1">
              <a:off x="1042920" y="1153440"/>
              <a:ext cx="417600" cy="118800"/>
            </a:xfrm>
            <a:prstGeom prst="straightConnector1">
              <a:avLst/>
            </a:prstGeom>
            <a:ln w="38100">
              <a:solidFill>
                <a:srgbClr val="7E4FCF"/>
              </a:solidFill>
              <a:round/>
            </a:ln>
          </p:spPr>
        </p:cxnSp>
      </p:grpSp>
      <p:sp>
        <p:nvSpPr>
          <p:cNvPr id="10" name="PlaceHolder 1"/>
          <p:cNvSpPr txBox="1">
            <a:spLocks/>
          </p:cNvSpPr>
          <p:nvPr/>
        </p:nvSpPr>
        <p:spPr>
          <a:xfrm>
            <a:off x="1251720" y="268581"/>
            <a:ext cx="5520305" cy="895201"/>
          </a:xfrm>
          <a:prstGeom prst="rect">
            <a:avLst/>
          </a:prstGeom>
          <a:noFill/>
          <a:ln w="0">
            <a:noFill/>
          </a:ln>
        </p:spPr>
        <p:txBody>
          <a:bodyPr lIns="91440" tIns="91440" rIns="91440" bIns="91440" anchor="t">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US" sz="3200" b="1" dirty="0" smtClean="0">
                <a:solidFill>
                  <a:schemeClr val="bg1"/>
                </a:solidFill>
              </a:rPr>
              <a:t>What to Do If You Get Phished</a:t>
            </a:r>
            <a:endParaRPr lang="fr-FR" sz="3200" b="1" spc="-1" dirty="0">
              <a:solidFill>
                <a:schemeClr val="bg1"/>
              </a:solidFill>
              <a:latin typeface="Arial"/>
            </a:endParaRPr>
          </a:p>
        </p:txBody>
      </p:sp>
      <p:sp>
        <p:nvSpPr>
          <p:cNvPr id="11" name="PlaceHolder 2"/>
          <p:cNvSpPr txBox="1">
            <a:spLocks/>
          </p:cNvSpPr>
          <p:nvPr/>
        </p:nvSpPr>
        <p:spPr>
          <a:xfrm>
            <a:off x="895860" y="1374001"/>
            <a:ext cx="7052064" cy="3773978"/>
          </a:xfrm>
          <a:prstGeom prst="rect">
            <a:avLst/>
          </a:prstGeom>
          <a:noFill/>
          <a:ln w="0">
            <a:noFill/>
          </a:ln>
        </p:spPr>
        <p:txBody>
          <a:bodyPr lIns="91440" tIns="91440" rIns="91440" bIns="9144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dirty="0" smtClean="0">
                <a:solidFill>
                  <a:schemeClr val="bg1"/>
                </a:solidFill>
              </a:rPr>
              <a:t>Phishing Response: Immediate Actions</a:t>
            </a:r>
            <a:endParaRPr lang="en-US" sz="1600" dirty="0" smtClean="0">
              <a:solidFill>
                <a:schemeClr val="bg1"/>
              </a:solidFill>
            </a:endParaRPr>
          </a:p>
          <a:p>
            <a:pPr>
              <a:buFont typeface="Wingdings" panose="05000000000000000000" pitchFamily="2" charset="2"/>
              <a:buChar char="Ø"/>
            </a:pPr>
            <a:r>
              <a:rPr lang="en-US" sz="1600" b="1" dirty="0" smtClean="0">
                <a:solidFill>
                  <a:schemeClr val="bg1"/>
                </a:solidFill>
              </a:rPr>
              <a:t>Change Passwords:</a:t>
            </a:r>
            <a:r>
              <a:rPr lang="en-US" sz="1600" dirty="0" smtClean="0">
                <a:solidFill>
                  <a:schemeClr val="bg1"/>
                </a:solidFill>
              </a:rPr>
              <a:t> Secure all compromised accounts.</a:t>
            </a:r>
          </a:p>
          <a:p>
            <a:pPr>
              <a:buFont typeface="Wingdings" panose="05000000000000000000" pitchFamily="2" charset="2"/>
              <a:buChar char="Ø"/>
            </a:pPr>
            <a:r>
              <a:rPr lang="en-US" sz="1600" b="1" dirty="0" smtClean="0">
                <a:solidFill>
                  <a:schemeClr val="bg1"/>
                </a:solidFill>
              </a:rPr>
              <a:t>Report Incident:</a:t>
            </a:r>
            <a:r>
              <a:rPr lang="en-US" sz="1600" dirty="0" smtClean="0">
                <a:solidFill>
                  <a:schemeClr val="bg1"/>
                </a:solidFill>
              </a:rPr>
              <a:t> Notify IT/Security teams ASAP.</a:t>
            </a:r>
          </a:p>
          <a:p>
            <a:pPr>
              <a:buFont typeface="Wingdings" panose="05000000000000000000" pitchFamily="2" charset="2"/>
              <a:buChar char="Ø"/>
            </a:pPr>
            <a:r>
              <a:rPr lang="en-US" sz="1600" b="1" dirty="0" smtClean="0">
                <a:solidFill>
                  <a:schemeClr val="bg1"/>
                </a:solidFill>
              </a:rPr>
              <a:t>Monitor Accounts:</a:t>
            </a:r>
            <a:r>
              <a:rPr lang="en-US" sz="1600" dirty="0" smtClean="0">
                <a:solidFill>
                  <a:schemeClr val="bg1"/>
                </a:solidFill>
              </a:rPr>
              <a:t> Check for unauthorized activity.</a:t>
            </a:r>
          </a:p>
          <a:p>
            <a:pPr>
              <a:buFont typeface="Wingdings" panose="05000000000000000000" pitchFamily="2" charset="2"/>
              <a:buChar char="Ø"/>
            </a:pPr>
            <a:r>
              <a:rPr lang="en-US" sz="1600" b="1" dirty="0" smtClean="0">
                <a:solidFill>
                  <a:schemeClr val="bg1"/>
                </a:solidFill>
              </a:rPr>
              <a:t>Educate Others:</a:t>
            </a:r>
            <a:r>
              <a:rPr lang="en-US" sz="1600" dirty="0" smtClean="0">
                <a:solidFill>
                  <a:schemeClr val="bg1"/>
                </a:solidFill>
              </a:rPr>
              <a:t> Share your experience to prevent repetition.</a:t>
            </a:r>
          </a:p>
          <a:p>
            <a:pPr>
              <a:buFont typeface="Wingdings" panose="05000000000000000000" pitchFamily="2" charset="2"/>
              <a:buChar char="Ø"/>
            </a:pPr>
            <a:r>
              <a:rPr lang="en-US" sz="1600" b="1" dirty="0" smtClean="0">
                <a:solidFill>
                  <a:schemeClr val="bg1"/>
                </a:solidFill>
              </a:rPr>
              <a:t>Isolate Devices:</a:t>
            </a:r>
            <a:r>
              <a:rPr lang="en-US" sz="1600" dirty="0" smtClean="0">
                <a:solidFill>
                  <a:schemeClr val="bg1"/>
                </a:solidFill>
              </a:rPr>
              <a:t> Disconnect affected devices from the network.</a:t>
            </a:r>
          </a:p>
          <a:p>
            <a:pPr>
              <a:buFont typeface="Wingdings" panose="05000000000000000000" pitchFamily="2" charset="2"/>
              <a:buChar char="Ø"/>
            </a:pPr>
            <a:r>
              <a:rPr lang="en-US" sz="1600" b="1" dirty="0" smtClean="0">
                <a:solidFill>
                  <a:schemeClr val="bg1"/>
                </a:solidFill>
              </a:rPr>
              <a:t>Review Transactions:</a:t>
            </a:r>
            <a:r>
              <a:rPr lang="en-US" sz="1600" dirty="0" smtClean="0">
                <a:solidFill>
                  <a:schemeClr val="bg1"/>
                </a:solidFill>
              </a:rPr>
              <a:t> Check bank/credit card statements for fraud.</a:t>
            </a:r>
          </a:p>
          <a:p>
            <a:pPr>
              <a:buFont typeface="Wingdings" panose="05000000000000000000" pitchFamily="2" charset="2"/>
              <a:buChar char="Ø"/>
            </a:pPr>
            <a:r>
              <a:rPr lang="en-US" sz="1600" b="1" dirty="0" smtClean="0">
                <a:solidFill>
                  <a:schemeClr val="bg1"/>
                </a:solidFill>
              </a:rPr>
              <a:t>Document Everything:</a:t>
            </a:r>
            <a:r>
              <a:rPr lang="en-US" sz="1600" dirty="0" smtClean="0">
                <a:solidFill>
                  <a:schemeClr val="bg1"/>
                </a:solidFill>
              </a:rPr>
              <a:t> Keep records of the incident.</a:t>
            </a:r>
          </a:p>
          <a:p>
            <a:pPr>
              <a:buFont typeface="Wingdings" panose="05000000000000000000" pitchFamily="2" charset="2"/>
              <a:buChar char="Ø"/>
            </a:pPr>
            <a:r>
              <a:rPr lang="en-US" sz="1600" b="1" dirty="0" smtClean="0">
                <a:solidFill>
                  <a:schemeClr val="bg1"/>
                </a:solidFill>
              </a:rPr>
              <a:t>Consider Credit Freeze:</a:t>
            </a:r>
            <a:r>
              <a:rPr lang="en-US" sz="1600" dirty="0" smtClean="0">
                <a:solidFill>
                  <a:schemeClr val="bg1"/>
                </a:solidFill>
              </a:rPr>
              <a:t> If sensitive data was exposed.</a:t>
            </a:r>
            <a:endParaRPr lang="en-US" sz="16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PlaceHolder 1"/>
          <p:cNvSpPr>
            <a:spLocks noGrp="1"/>
          </p:cNvSpPr>
          <p:nvPr>
            <p:ph type="title"/>
          </p:nvPr>
        </p:nvSpPr>
        <p:spPr>
          <a:xfrm>
            <a:off x="1171440" y="1085760"/>
            <a:ext cx="6791040" cy="1456920"/>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en" sz="5000" b="1" strike="noStrike" spc="-1">
                <a:solidFill>
                  <a:schemeClr val="lt1"/>
                </a:solidFill>
                <a:latin typeface="Unbounded"/>
                <a:ea typeface="Unbounded"/>
              </a:rPr>
              <a:t>Conclusions</a:t>
            </a:r>
            <a:endParaRPr lang="fr-FR" sz="5000" b="0" strike="noStrike" spc="-1">
              <a:solidFill>
                <a:schemeClr val="dk1"/>
              </a:solidFill>
              <a:latin typeface="Arial"/>
            </a:endParaRPr>
          </a:p>
        </p:txBody>
      </p:sp>
      <p:sp>
        <p:nvSpPr>
          <p:cNvPr id="410" name="PlaceHolder 2"/>
          <p:cNvSpPr>
            <a:spLocks noGrp="1"/>
          </p:cNvSpPr>
          <p:nvPr>
            <p:ph type="subTitle"/>
          </p:nvPr>
        </p:nvSpPr>
        <p:spPr>
          <a:xfrm>
            <a:off x="1171440" y="2476440"/>
            <a:ext cx="6791040" cy="1018800"/>
          </a:xfrm>
          <a:prstGeom prst="rect">
            <a:avLst/>
          </a:prstGeom>
          <a:noFill/>
          <a:ln w="0">
            <a:noFill/>
          </a:ln>
        </p:spPr>
        <p:txBody>
          <a:bodyPr lIns="91440" tIns="91440" rIns="91440" bIns="91440" anchor="t">
            <a:normAutofit fontScale="71943" lnSpcReduction="20000"/>
          </a:bodyPr>
          <a:lstStyle/>
          <a:p>
            <a:pPr indent="0" algn="ctr">
              <a:lnSpc>
                <a:spcPct val="100000"/>
              </a:lnSpc>
              <a:buNone/>
              <a:tabLst>
                <a:tab pos="0" algn="l"/>
              </a:tabLst>
            </a:pPr>
            <a:r>
              <a:rPr lang="en" sz="1600" b="0" strike="noStrike" spc="-1">
                <a:solidFill>
                  <a:schemeClr val="lt1"/>
                </a:solidFill>
                <a:latin typeface="Actor"/>
                <a:ea typeface="Actor"/>
              </a:rPr>
              <a:t>In conclusion, an effective phishing awareness training program encompasses identifying various phishing types, such as email phishing, spear phishing, and whaling, alongside implementing robust prevention measures. By recognizing red flags, utilizing security tools, and promoting a proactive reporting culture, organizations can significantly reduce the risk of falling victim to phishing attacks and foster a secure operational environment.</a:t>
            </a:r>
            <a:endParaRPr lang="en-US" sz="1600" b="0" strike="noStrike" spc="-1">
              <a:solidFill>
                <a:srgbClr val="FFFFFF"/>
              </a:solidFill>
              <a:latin typeface="OpenSymbol"/>
            </a:endParaRPr>
          </a:p>
        </p:txBody>
      </p:sp>
      <p:sp>
        <p:nvSpPr>
          <p:cNvPr id="411" name="Google Shape;476;p38"/>
          <p:cNvSpPr/>
          <p:nvPr/>
        </p:nvSpPr>
        <p:spPr>
          <a:xfrm>
            <a:off x="3799440" y="422388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12" name="Google Shape;477;p38"/>
          <p:cNvSpPr/>
          <p:nvPr/>
        </p:nvSpPr>
        <p:spPr>
          <a:xfrm>
            <a:off x="7924320" y="403920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413" name="Google Shape;478;p38"/>
          <p:cNvGrpSpPr/>
          <p:nvPr/>
        </p:nvGrpSpPr>
        <p:grpSpPr>
          <a:xfrm>
            <a:off x="316080" y="478800"/>
            <a:ext cx="1159200" cy="793080"/>
            <a:chOff x="316080" y="478800"/>
            <a:chExt cx="1159200" cy="793080"/>
          </a:xfrm>
        </p:grpSpPr>
        <p:cxnSp>
          <p:nvCxnSpPr>
            <p:cNvPr id="414" name="Google Shape;479;p38"/>
            <p:cNvCxnSpPr/>
            <p:nvPr/>
          </p:nvCxnSpPr>
          <p:spPr>
            <a:xfrm flipH="1" flipV="1">
              <a:off x="316080" y="478800"/>
              <a:ext cx="1159560" cy="677520"/>
            </a:xfrm>
            <a:prstGeom prst="straightConnector1">
              <a:avLst/>
            </a:prstGeom>
            <a:ln w="38100">
              <a:solidFill>
                <a:srgbClr val="7E4FCF"/>
              </a:solidFill>
              <a:round/>
            </a:ln>
          </p:spPr>
        </p:cxnSp>
        <p:cxnSp>
          <p:nvCxnSpPr>
            <p:cNvPr id="415" name="Google Shape;480;p38"/>
            <p:cNvCxnSpPr/>
            <p:nvPr/>
          </p:nvCxnSpPr>
          <p:spPr>
            <a:xfrm flipH="1" flipV="1">
              <a:off x="1350360" y="750600"/>
              <a:ext cx="115560" cy="394200"/>
            </a:xfrm>
            <a:prstGeom prst="straightConnector1">
              <a:avLst/>
            </a:prstGeom>
            <a:ln w="38100">
              <a:solidFill>
                <a:srgbClr val="7E4FCF"/>
              </a:solidFill>
              <a:round/>
            </a:ln>
          </p:spPr>
        </p:cxnSp>
        <p:cxnSp>
          <p:nvCxnSpPr>
            <p:cNvPr id="416" name="Google Shape;481;p38"/>
            <p:cNvCxnSpPr/>
            <p:nvPr/>
          </p:nvCxnSpPr>
          <p:spPr>
            <a:xfrm flipH="1">
              <a:off x="1042920" y="1153440"/>
              <a:ext cx="417600" cy="118800"/>
            </a:xfrm>
            <a:prstGeom prst="straightConnector1">
              <a:avLst/>
            </a:prstGeom>
            <a:ln w="38100">
              <a:solidFill>
                <a:srgbClr val="7E4FCF"/>
              </a:solidFill>
              <a:round/>
            </a:ln>
          </p:spPr>
        </p:cxnSp>
      </p:gr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theme/theme1.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1.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2.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3.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4.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5.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6.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7.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8.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9.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0.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1.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TotalTime>
  <Words>625</Words>
  <Application>Microsoft Office PowerPoint</Application>
  <PresentationFormat>On-screen Show (16:9)</PresentationFormat>
  <Paragraphs>65</Paragraphs>
  <Slides>10</Slides>
  <Notes>0</Notes>
  <HiddenSlides>0</HiddenSlides>
  <MMClips>0</MMClips>
  <ScaleCrop>false</ScaleCrop>
  <HeadingPairs>
    <vt:vector size="6" baseType="variant">
      <vt:variant>
        <vt:lpstr>Fonts Used</vt:lpstr>
      </vt:variant>
      <vt:variant>
        <vt:i4>7</vt:i4>
      </vt:variant>
      <vt:variant>
        <vt:lpstr>Theme</vt:lpstr>
      </vt:variant>
      <vt:variant>
        <vt:i4>31</vt:i4>
      </vt:variant>
      <vt:variant>
        <vt:lpstr>Slide Titles</vt:lpstr>
      </vt:variant>
      <vt:variant>
        <vt:i4>10</vt:i4>
      </vt:variant>
    </vt:vector>
  </HeadingPairs>
  <TitlesOfParts>
    <vt:vector size="48" baseType="lpstr">
      <vt:lpstr>Actor</vt:lpstr>
      <vt:lpstr>Arial</vt:lpstr>
      <vt:lpstr>Manrope</vt:lpstr>
      <vt:lpstr>OpenSymbol</vt:lpstr>
      <vt:lpstr>Symbol</vt:lpstr>
      <vt:lpstr>Unbounded</vt:lpstr>
      <vt:lpstr>Wingdings</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My Presentation Template</vt:lpstr>
      <vt:lpstr>Slidesgo Final Pages</vt:lpstr>
      <vt:lpstr>Slidesgo Final Pages</vt:lpstr>
      <vt:lpstr>Phishing Awareness Training</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Conclusions</vt:lpstr>
    </vt:vector>
  </TitlesOfParts>
  <Company>Microsoft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Awareness Training</dc:title>
  <cp:lastModifiedBy>Microsoft account</cp:lastModifiedBy>
  <cp:revision>2</cp:revision>
  <dcterms:modified xsi:type="dcterms:W3CDTF">2025-04-08T10:32:32Z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2025-04-08T10:13:56Z</dcterms:created>
  <dc:creator>Unknown Creator</dc:creator>
  <dc:description/>
  <dc:language>en-US</dc:language>
  <cp:lastModifiedBy>Unknown Creator</cp:lastModifiedBy>
  <dcterms:modified xsi:type="dcterms:W3CDTF">2025-04-08T10:13:56Z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